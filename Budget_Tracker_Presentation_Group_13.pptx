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5" d="100"/>
          <a:sy n="105" d="100"/>
        </p:scale>
        <p:origin x="1794" y="3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diagrams/_rels/data3.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png"/></Relationships>
</file>

<file path=ppt/diagrams/_rels/data7.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4.png"/><Relationship Id="rId7" Type="http://schemas.openxmlformats.org/officeDocument/2006/relationships/image" Target="../media/image18.png"/><Relationship Id="rId12" Type="http://schemas.openxmlformats.org/officeDocument/2006/relationships/image" Target="../media/image23.svg"/><Relationship Id="rId2" Type="http://schemas.openxmlformats.org/officeDocument/2006/relationships/image" Target="../media/image13.svg"/><Relationship Id="rId1" Type="http://schemas.openxmlformats.org/officeDocument/2006/relationships/image" Target="../media/image12.png"/><Relationship Id="rId6" Type="http://schemas.openxmlformats.org/officeDocument/2006/relationships/image" Target="../media/image17.svg"/><Relationship Id="rId11" Type="http://schemas.openxmlformats.org/officeDocument/2006/relationships/image" Target="../media/image22.png"/><Relationship Id="rId5" Type="http://schemas.openxmlformats.org/officeDocument/2006/relationships/image" Target="../media/image16.png"/><Relationship Id="rId10" Type="http://schemas.openxmlformats.org/officeDocument/2006/relationships/image" Target="../media/image21.svg"/><Relationship Id="rId4" Type="http://schemas.openxmlformats.org/officeDocument/2006/relationships/image" Target="../media/image15.svg"/><Relationship Id="rId9" Type="http://schemas.openxmlformats.org/officeDocument/2006/relationships/image" Target="../media/image20.png"/></Relationships>
</file>

<file path=ppt/diagrams/_rels/data10.xml.rels><?xml version="1.0" encoding="UTF-8" standalone="yes"?>
<Relationships xmlns="http://schemas.openxmlformats.org/package/2006/relationships"><Relationship Id="rId8" Type="http://schemas.openxmlformats.org/officeDocument/2006/relationships/image" Target="../media/image31.svg"/><Relationship Id="rId3" Type="http://schemas.openxmlformats.org/officeDocument/2006/relationships/image" Target="../media/image26.png"/><Relationship Id="rId7" Type="http://schemas.openxmlformats.org/officeDocument/2006/relationships/image" Target="../media/image30.png"/><Relationship Id="rId12" Type="http://schemas.openxmlformats.org/officeDocument/2006/relationships/image" Target="../media/image35.svg"/><Relationship Id="rId2" Type="http://schemas.openxmlformats.org/officeDocument/2006/relationships/image" Target="../media/image25.svg"/><Relationship Id="rId1" Type="http://schemas.openxmlformats.org/officeDocument/2006/relationships/image" Target="../media/image24.png"/><Relationship Id="rId6" Type="http://schemas.openxmlformats.org/officeDocument/2006/relationships/image" Target="../media/image29.svg"/><Relationship Id="rId11" Type="http://schemas.openxmlformats.org/officeDocument/2006/relationships/image" Target="../media/image34.png"/><Relationship Id="rId5" Type="http://schemas.openxmlformats.org/officeDocument/2006/relationships/image" Target="../media/image28.png"/><Relationship Id="rId10" Type="http://schemas.openxmlformats.org/officeDocument/2006/relationships/image" Target="../media/image33.svg"/><Relationship Id="rId4" Type="http://schemas.openxmlformats.org/officeDocument/2006/relationships/image" Target="../media/image27.svg"/><Relationship Id="rId9" Type="http://schemas.openxmlformats.org/officeDocument/2006/relationships/image" Target="../media/image32.png"/></Relationships>
</file>

<file path=ppt/diagrams/_rels/drawing3.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png"/></Relationships>
</file>

<file path=ppt/diagrams/_rels/drawing7.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4.png"/><Relationship Id="rId7" Type="http://schemas.openxmlformats.org/officeDocument/2006/relationships/image" Target="../media/image18.png"/><Relationship Id="rId12" Type="http://schemas.openxmlformats.org/officeDocument/2006/relationships/image" Target="../media/image23.svg"/><Relationship Id="rId2" Type="http://schemas.openxmlformats.org/officeDocument/2006/relationships/image" Target="../media/image13.svg"/><Relationship Id="rId1" Type="http://schemas.openxmlformats.org/officeDocument/2006/relationships/image" Target="../media/image12.png"/><Relationship Id="rId6" Type="http://schemas.openxmlformats.org/officeDocument/2006/relationships/image" Target="../media/image17.svg"/><Relationship Id="rId11" Type="http://schemas.openxmlformats.org/officeDocument/2006/relationships/image" Target="../media/image22.png"/><Relationship Id="rId5" Type="http://schemas.openxmlformats.org/officeDocument/2006/relationships/image" Target="../media/image16.png"/><Relationship Id="rId10" Type="http://schemas.openxmlformats.org/officeDocument/2006/relationships/image" Target="../media/image21.svg"/><Relationship Id="rId4" Type="http://schemas.openxmlformats.org/officeDocument/2006/relationships/image" Target="../media/image15.svg"/><Relationship Id="rId9" Type="http://schemas.openxmlformats.org/officeDocument/2006/relationships/image" Target="../media/image20.png"/></Relationships>
</file>

<file path=ppt/diagrams/_rels/drawing10.xml.rels><?xml version="1.0" encoding="UTF-8" standalone="yes"?>
<Relationships xmlns="http://schemas.openxmlformats.org/package/2006/relationships"><Relationship Id="rId8" Type="http://schemas.openxmlformats.org/officeDocument/2006/relationships/image" Target="../media/image31.svg"/><Relationship Id="rId3" Type="http://schemas.openxmlformats.org/officeDocument/2006/relationships/image" Target="../media/image26.png"/><Relationship Id="rId7" Type="http://schemas.openxmlformats.org/officeDocument/2006/relationships/image" Target="../media/image30.png"/><Relationship Id="rId12" Type="http://schemas.openxmlformats.org/officeDocument/2006/relationships/image" Target="../media/image35.svg"/><Relationship Id="rId2" Type="http://schemas.openxmlformats.org/officeDocument/2006/relationships/image" Target="../media/image25.svg"/><Relationship Id="rId1" Type="http://schemas.openxmlformats.org/officeDocument/2006/relationships/image" Target="../media/image24.png"/><Relationship Id="rId6" Type="http://schemas.openxmlformats.org/officeDocument/2006/relationships/image" Target="../media/image29.svg"/><Relationship Id="rId11" Type="http://schemas.openxmlformats.org/officeDocument/2006/relationships/image" Target="../media/image34.png"/><Relationship Id="rId5" Type="http://schemas.openxmlformats.org/officeDocument/2006/relationships/image" Target="../media/image28.png"/><Relationship Id="rId10" Type="http://schemas.openxmlformats.org/officeDocument/2006/relationships/image" Target="../media/image33.svg"/><Relationship Id="rId4" Type="http://schemas.openxmlformats.org/officeDocument/2006/relationships/image" Target="../media/image27.svg"/><Relationship Id="rId9" Type="http://schemas.openxmlformats.org/officeDocument/2006/relationships/image" Target="../media/image32.pn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18/5/colors/Iconchunking_neutralbg_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a:alpha val="0"/>
      </a:schemeClr>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603CDF0-E867-401E-85EF-DF515CFAD14F}"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FFA7E984-4D6C-4EE0-9233-A0B562BE5AB7}">
      <dgm:prSet/>
      <dgm:spPr/>
      <dgm:t>
        <a:bodyPr/>
        <a:lstStyle/>
        <a:p>
          <a:r>
            <a:rPr lang="en-US" b="0" i="0"/>
            <a:t>Full-stack MERN app to track spending:</a:t>
          </a:r>
          <a:endParaRPr lang="en-US"/>
        </a:p>
      </dgm:t>
    </dgm:pt>
    <dgm:pt modelId="{EED120B6-8518-4D68-918B-5D2DA8144895}" type="parTrans" cxnId="{CC3F9C36-BA23-40E5-AC03-113522682954}">
      <dgm:prSet/>
      <dgm:spPr/>
      <dgm:t>
        <a:bodyPr/>
        <a:lstStyle/>
        <a:p>
          <a:endParaRPr lang="en-US"/>
        </a:p>
      </dgm:t>
    </dgm:pt>
    <dgm:pt modelId="{4BE386FE-B5C7-4664-AA47-88F297865D93}" type="sibTrans" cxnId="{CC3F9C36-BA23-40E5-AC03-113522682954}">
      <dgm:prSet/>
      <dgm:spPr/>
      <dgm:t>
        <a:bodyPr/>
        <a:lstStyle/>
        <a:p>
          <a:endParaRPr lang="en-US"/>
        </a:p>
      </dgm:t>
    </dgm:pt>
    <dgm:pt modelId="{C5F268E8-55A4-41FF-9038-88D015717349}">
      <dgm:prSet/>
      <dgm:spPr/>
      <dgm:t>
        <a:bodyPr/>
        <a:lstStyle/>
        <a:p>
          <a:r>
            <a:rPr lang="en-US" b="0" i="0"/>
            <a:t>• View history</a:t>
          </a:r>
          <a:endParaRPr lang="en-US"/>
        </a:p>
      </dgm:t>
    </dgm:pt>
    <dgm:pt modelId="{19773B14-F9C0-4EB9-9685-0CB2B1000AF8}" type="parTrans" cxnId="{F48E3F40-A008-4410-9199-0E4E1DA2B66F}">
      <dgm:prSet/>
      <dgm:spPr/>
      <dgm:t>
        <a:bodyPr/>
        <a:lstStyle/>
        <a:p>
          <a:endParaRPr lang="en-US"/>
        </a:p>
      </dgm:t>
    </dgm:pt>
    <dgm:pt modelId="{977E6707-C5CF-4954-A7E0-C558C43D3546}" type="sibTrans" cxnId="{F48E3F40-A008-4410-9199-0E4E1DA2B66F}">
      <dgm:prSet/>
      <dgm:spPr/>
      <dgm:t>
        <a:bodyPr/>
        <a:lstStyle/>
        <a:p>
          <a:endParaRPr lang="en-US"/>
        </a:p>
      </dgm:t>
    </dgm:pt>
    <dgm:pt modelId="{3444A606-D35B-4FD0-8A3E-16977ED1AB36}">
      <dgm:prSet/>
      <dgm:spPr/>
      <dgm:t>
        <a:bodyPr/>
        <a:lstStyle/>
        <a:p>
          <a:r>
            <a:rPr lang="en-US" b="0" i="0"/>
            <a:t>• Add/Edit/Delete</a:t>
          </a:r>
          <a:endParaRPr lang="en-US"/>
        </a:p>
      </dgm:t>
    </dgm:pt>
    <dgm:pt modelId="{DED739A3-AED3-4F78-95B0-026523A1B708}" type="parTrans" cxnId="{4CC9461B-C1FB-42C1-8243-6FBDF0BACFD0}">
      <dgm:prSet/>
      <dgm:spPr/>
      <dgm:t>
        <a:bodyPr/>
        <a:lstStyle/>
        <a:p>
          <a:endParaRPr lang="en-US"/>
        </a:p>
      </dgm:t>
    </dgm:pt>
    <dgm:pt modelId="{6D208A19-FB15-42B0-B420-2A343607A196}" type="sibTrans" cxnId="{4CC9461B-C1FB-42C1-8243-6FBDF0BACFD0}">
      <dgm:prSet/>
      <dgm:spPr/>
      <dgm:t>
        <a:bodyPr/>
        <a:lstStyle/>
        <a:p>
          <a:endParaRPr lang="en-US"/>
        </a:p>
      </dgm:t>
    </dgm:pt>
    <dgm:pt modelId="{1F48C768-1CED-4458-8EEA-16821293A061}">
      <dgm:prSet/>
      <dgm:spPr/>
      <dgm:t>
        <a:bodyPr/>
        <a:lstStyle/>
        <a:p>
          <a:r>
            <a:rPr lang="en-US" b="0" i="0"/>
            <a:t>• Spending summaries</a:t>
          </a:r>
          <a:endParaRPr lang="en-US"/>
        </a:p>
      </dgm:t>
    </dgm:pt>
    <dgm:pt modelId="{EAE7C874-42DA-41E2-BFAE-EA6546FEB91F}" type="parTrans" cxnId="{97F83DF2-7BC6-4811-B749-26163D98FCB4}">
      <dgm:prSet/>
      <dgm:spPr/>
      <dgm:t>
        <a:bodyPr/>
        <a:lstStyle/>
        <a:p>
          <a:endParaRPr lang="en-US"/>
        </a:p>
      </dgm:t>
    </dgm:pt>
    <dgm:pt modelId="{082C0AE2-477B-46C1-8FB7-805B3BD70DBA}" type="sibTrans" cxnId="{97F83DF2-7BC6-4811-B749-26163D98FCB4}">
      <dgm:prSet/>
      <dgm:spPr/>
      <dgm:t>
        <a:bodyPr/>
        <a:lstStyle/>
        <a:p>
          <a:endParaRPr lang="en-US"/>
        </a:p>
      </dgm:t>
    </dgm:pt>
    <dgm:pt modelId="{798FAD2E-876C-4ECD-BC2F-B85825D99337}">
      <dgm:prSet/>
      <dgm:spPr/>
      <dgm:t>
        <a:bodyPr/>
        <a:lstStyle/>
        <a:p>
          <a:r>
            <a:rPr lang="en-US" b="0" i="0"/>
            <a:t>• Graphs by category</a:t>
          </a:r>
          <a:endParaRPr lang="en-US"/>
        </a:p>
      </dgm:t>
    </dgm:pt>
    <dgm:pt modelId="{AA13F4AD-B9B2-4AF2-896F-7DA1998AB1CD}" type="parTrans" cxnId="{0C791511-0B11-4537-AF1E-AB060FC87F43}">
      <dgm:prSet/>
      <dgm:spPr/>
      <dgm:t>
        <a:bodyPr/>
        <a:lstStyle/>
        <a:p>
          <a:endParaRPr lang="en-US"/>
        </a:p>
      </dgm:t>
    </dgm:pt>
    <dgm:pt modelId="{68D025FD-977D-43B3-80DE-E8F143790BAD}" type="sibTrans" cxnId="{0C791511-0B11-4537-AF1E-AB060FC87F43}">
      <dgm:prSet/>
      <dgm:spPr/>
      <dgm:t>
        <a:bodyPr/>
        <a:lstStyle/>
        <a:p>
          <a:endParaRPr lang="en-US"/>
        </a:p>
      </dgm:t>
    </dgm:pt>
    <dgm:pt modelId="{6B76FFEC-ECC4-4B26-8900-F4ADF6A95100}" type="pres">
      <dgm:prSet presAssocID="{F603CDF0-E867-401E-85EF-DF515CFAD14F}" presName="linear" presStyleCnt="0">
        <dgm:presLayoutVars>
          <dgm:animLvl val="lvl"/>
          <dgm:resizeHandles val="exact"/>
        </dgm:presLayoutVars>
      </dgm:prSet>
      <dgm:spPr/>
    </dgm:pt>
    <dgm:pt modelId="{9ADDA131-54EE-4A99-9330-5596C166F167}" type="pres">
      <dgm:prSet presAssocID="{FFA7E984-4D6C-4EE0-9233-A0B562BE5AB7}" presName="parentText" presStyleLbl="node1" presStyleIdx="0" presStyleCnt="5">
        <dgm:presLayoutVars>
          <dgm:chMax val="0"/>
          <dgm:bulletEnabled val="1"/>
        </dgm:presLayoutVars>
      </dgm:prSet>
      <dgm:spPr/>
    </dgm:pt>
    <dgm:pt modelId="{FC8F5CE1-C917-4ED8-86FC-FBC9BB747B88}" type="pres">
      <dgm:prSet presAssocID="{4BE386FE-B5C7-4664-AA47-88F297865D93}" presName="spacer" presStyleCnt="0"/>
      <dgm:spPr/>
    </dgm:pt>
    <dgm:pt modelId="{AC63A3E7-092E-4BD4-8BB8-F9ADCB4C1480}" type="pres">
      <dgm:prSet presAssocID="{C5F268E8-55A4-41FF-9038-88D015717349}" presName="parentText" presStyleLbl="node1" presStyleIdx="1" presStyleCnt="5">
        <dgm:presLayoutVars>
          <dgm:chMax val="0"/>
          <dgm:bulletEnabled val="1"/>
        </dgm:presLayoutVars>
      </dgm:prSet>
      <dgm:spPr/>
    </dgm:pt>
    <dgm:pt modelId="{E03907A5-5750-44B3-99EB-60B45569094F}" type="pres">
      <dgm:prSet presAssocID="{977E6707-C5CF-4954-A7E0-C558C43D3546}" presName="spacer" presStyleCnt="0"/>
      <dgm:spPr/>
    </dgm:pt>
    <dgm:pt modelId="{5A5749A4-6AC3-4FE4-9D50-FE1871F024EC}" type="pres">
      <dgm:prSet presAssocID="{3444A606-D35B-4FD0-8A3E-16977ED1AB36}" presName="parentText" presStyleLbl="node1" presStyleIdx="2" presStyleCnt="5">
        <dgm:presLayoutVars>
          <dgm:chMax val="0"/>
          <dgm:bulletEnabled val="1"/>
        </dgm:presLayoutVars>
      </dgm:prSet>
      <dgm:spPr/>
    </dgm:pt>
    <dgm:pt modelId="{62E0528A-E744-4963-8C75-1239A010156A}" type="pres">
      <dgm:prSet presAssocID="{6D208A19-FB15-42B0-B420-2A343607A196}" presName="spacer" presStyleCnt="0"/>
      <dgm:spPr/>
    </dgm:pt>
    <dgm:pt modelId="{14C415F0-04F9-47A8-9D61-1CA3EB061921}" type="pres">
      <dgm:prSet presAssocID="{1F48C768-1CED-4458-8EEA-16821293A061}" presName="parentText" presStyleLbl="node1" presStyleIdx="3" presStyleCnt="5">
        <dgm:presLayoutVars>
          <dgm:chMax val="0"/>
          <dgm:bulletEnabled val="1"/>
        </dgm:presLayoutVars>
      </dgm:prSet>
      <dgm:spPr/>
    </dgm:pt>
    <dgm:pt modelId="{8FF4CD62-FA83-41D2-8EA8-2DFD185D642A}" type="pres">
      <dgm:prSet presAssocID="{082C0AE2-477B-46C1-8FB7-805B3BD70DBA}" presName="spacer" presStyleCnt="0"/>
      <dgm:spPr/>
    </dgm:pt>
    <dgm:pt modelId="{260260F3-B0F3-4AEF-8F8B-730C5054266F}" type="pres">
      <dgm:prSet presAssocID="{798FAD2E-876C-4ECD-BC2F-B85825D99337}" presName="parentText" presStyleLbl="node1" presStyleIdx="4" presStyleCnt="5">
        <dgm:presLayoutVars>
          <dgm:chMax val="0"/>
          <dgm:bulletEnabled val="1"/>
        </dgm:presLayoutVars>
      </dgm:prSet>
      <dgm:spPr/>
    </dgm:pt>
  </dgm:ptLst>
  <dgm:cxnLst>
    <dgm:cxn modelId="{0C791511-0B11-4537-AF1E-AB060FC87F43}" srcId="{F603CDF0-E867-401E-85EF-DF515CFAD14F}" destId="{798FAD2E-876C-4ECD-BC2F-B85825D99337}" srcOrd="4" destOrd="0" parTransId="{AA13F4AD-B9B2-4AF2-896F-7DA1998AB1CD}" sibTransId="{68D025FD-977D-43B3-80DE-E8F143790BAD}"/>
    <dgm:cxn modelId="{4CC9461B-C1FB-42C1-8243-6FBDF0BACFD0}" srcId="{F603CDF0-E867-401E-85EF-DF515CFAD14F}" destId="{3444A606-D35B-4FD0-8A3E-16977ED1AB36}" srcOrd="2" destOrd="0" parTransId="{DED739A3-AED3-4F78-95B0-026523A1B708}" sibTransId="{6D208A19-FB15-42B0-B420-2A343607A196}"/>
    <dgm:cxn modelId="{CC3F9C36-BA23-40E5-AC03-113522682954}" srcId="{F603CDF0-E867-401E-85EF-DF515CFAD14F}" destId="{FFA7E984-4D6C-4EE0-9233-A0B562BE5AB7}" srcOrd="0" destOrd="0" parTransId="{EED120B6-8518-4D68-918B-5D2DA8144895}" sibTransId="{4BE386FE-B5C7-4664-AA47-88F297865D93}"/>
    <dgm:cxn modelId="{F48E3F40-A008-4410-9199-0E4E1DA2B66F}" srcId="{F603CDF0-E867-401E-85EF-DF515CFAD14F}" destId="{C5F268E8-55A4-41FF-9038-88D015717349}" srcOrd="1" destOrd="0" parTransId="{19773B14-F9C0-4EB9-9685-0CB2B1000AF8}" sibTransId="{977E6707-C5CF-4954-A7E0-C558C43D3546}"/>
    <dgm:cxn modelId="{FE5BFF5C-3311-4FAB-8312-6B617DC9AA92}" type="presOf" srcId="{3444A606-D35B-4FD0-8A3E-16977ED1AB36}" destId="{5A5749A4-6AC3-4FE4-9D50-FE1871F024EC}" srcOrd="0" destOrd="0" presId="urn:microsoft.com/office/officeart/2005/8/layout/vList2"/>
    <dgm:cxn modelId="{0E38985D-C9B4-462B-BC54-486279E16239}" type="presOf" srcId="{F603CDF0-E867-401E-85EF-DF515CFAD14F}" destId="{6B76FFEC-ECC4-4B26-8900-F4ADF6A95100}" srcOrd="0" destOrd="0" presId="urn:microsoft.com/office/officeart/2005/8/layout/vList2"/>
    <dgm:cxn modelId="{2DDF3B49-66CD-4FFC-92A2-2ABB92B95E39}" type="presOf" srcId="{798FAD2E-876C-4ECD-BC2F-B85825D99337}" destId="{260260F3-B0F3-4AEF-8F8B-730C5054266F}" srcOrd="0" destOrd="0" presId="urn:microsoft.com/office/officeart/2005/8/layout/vList2"/>
    <dgm:cxn modelId="{751F1C73-4809-4835-BF06-DDD87FBC9329}" type="presOf" srcId="{1F48C768-1CED-4458-8EEA-16821293A061}" destId="{14C415F0-04F9-47A8-9D61-1CA3EB061921}" srcOrd="0" destOrd="0" presId="urn:microsoft.com/office/officeart/2005/8/layout/vList2"/>
    <dgm:cxn modelId="{C7CC8256-B5AC-45FD-82DF-D9D891741D62}" type="presOf" srcId="{C5F268E8-55A4-41FF-9038-88D015717349}" destId="{AC63A3E7-092E-4BD4-8BB8-F9ADCB4C1480}" srcOrd="0" destOrd="0" presId="urn:microsoft.com/office/officeart/2005/8/layout/vList2"/>
    <dgm:cxn modelId="{97F83DF2-7BC6-4811-B749-26163D98FCB4}" srcId="{F603CDF0-E867-401E-85EF-DF515CFAD14F}" destId="{1F48C768-1CED-4458-8EEA-16821293A061}" srcOrd="3" destOrd="0" parTransId="{EAE7C874-42DA-41E2-BFAE-EA6546FEB91F}" sibTransId="{082C0AE2-477B-46C1-8FB7-805B3BD70DBA}"/>
    <dgm:cxn modelId="{40DC5CF6-C7E2-4028-862E-4FA2244CD496}" type="presOf" srcId="{FFA7E984-4D6C-4EE0-9233-A0B562BE5AB7}" destId="{9ADDA131-54EE-4A99-9330-5596C166F167}" srcOrd="0" destOrd="0" presId="urn:microsoft.com/office/officeart/2005/8/layout/vList2"/>
    <dgm:cxn modelId="{99C101CE-E646-47AD-802F-AFBFAD7FC711}" type="presParOf" srcId="{6B76FFEC-ECC4-4B26-8900-F4ADF6A95100}" destId="{9ADDA131-54EE-4A99-9330-5596C166F167}" srcOrd="0" destOrd="0" presId="urn:microsoft.com/office/officeart/2005/8/layout/vList2"/>
    <dgm:cxn modelId="{ED71962E-AEF0-465F-8FBE-E5BF57DF55AA}" type="presParOf" srcId="{6B76FFEC-ECC4-4B26-8900-F4ADF6A95100}" destId="{FC8F5CE1-C917-4ED8-86FC-FBC9BB747B88}" srcOrd="1" destOrd="0" presId="urn:microsoft.com/office/officeart/2005/8/layout/vList2"/>
    <dgm:cxn modelId="{9205586C-B7BB-4F4C-B786-3B3B6D095A03}" type="presParOf" srcId="{6B76FFEC-ECC4-4B26-8900-F4ADF6A95100}" destId="{AC63A3E7-092E-4BD4-8BB8-F9ADCB4C1480}" srcOrd="2" destOrd="0" presId="urn:microsoft.com/office/officeart/2005/8/layout/vList2"/>
    <dgm:cxn modelId="{13C0D4F3-F707-493D-B451-42E3EA0A7E2D}" type="presParOf" srcId="{6B76FFEC-ECC4-4B26-8900-F4ADF6A95100}" destId="{E03907A5-5750-44B3-99EB-60B45569094F}" srcOrd="3" destOrd="0" presId="urn:microsoft.com/office/officeart/2005/8/layout/vList2"/>
    <dgm:cxn modelId="{242316A0-5D9D-48BE-A71F-9847F5C68E59}" type="presParOf" srcId="{6B76FFEC-ECC4-4B26-8900-F4ADF6A95100}" destId="{5A5749A4-6AC3-4FE4-9D50-FE1871F024EC}" srcOrd="4" destOrd="0" presId="urn:microsoft.com/office/officeart/2005/8/layout/vList2"/>
    <dgm:cxn modelId="{543C59A8-1EBD-4898-B93F-893C948B1AC1}" type="presParOf" srcId="{6B76FFEC-ECC4-4B26-8900-F4ADF6A95100}" destId="{62E0528A-E744-4963-8C75-1239A010156A}" srcOrd="5" destOrd="0" presId="urn:microsoft.com/office/officeart/2005/8/layout/vList2"/>
    <dgm:cxn modelId="{E11E4E88-A628-4F5A-9EB0-F548A7899024}" type="presParOf" srcId="{6B76FFEC-ECC4-4B26-8900-F4ADF6A95100}" destId="{14C415F0-04F9-47A8-9D61-1CA3EB061921}" srcOrd="6" destOrd="0" presId="urn:microsoft.com/office/officeart/2005/8/layout/vList2"/>
    <dgm:cxn modelId="{358F81CA-976A-473C-ADD1-8F4B5B0459DF}" type="presParOf" srcId="{6B76FFEC-ECC4-4B26-8900-F4ADF6A95100}" destId="{8FF4CD62-FA83-41D2-8EA8-2DFD185D642A}" srcOrd="7" destOrd="0" presId="urn:microsoft.com/office/officeart/2005/8/layout/vList2"/>
    <dgm:cxn modelId="{77020EEE-5945-47AB-98AD-BA46679E125F}" type="presParOf" srcId="{6B76FFEC-ECC4-4B26-8900-F4ADF6A95100}" destId="{260260F3-B0F3-4AEF-8F8B-730C5054266F}"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3B48F7F-84BA-4C8C-A302-757264E9348F}" type="doc">
      <dgm:prSet loTypeId="urn:microsoft.com/office/officeart/2005/8/layout/matrix3" loCatId="matrix" qsTypeId="urn:microsoft.com/office/officeart/2005/8/quickstyle/simple4" qsCatId="simple" csTypeId="urn:microsoft.com/office/officeart/2005/8/colors/colorful1" csCatId="colorful"/>
      <dgm:spPr/>
      <dgm:t>
        <a:bodyPr/>
        <a:lstStyle/>
        <a:p>
          <a:endParaRPr lang="en-US"/>
        </a:p>
      </dgm:t>
    </dgm:pt>
    <dgm:pt modelId="{E1A565D7-DC66-48CF-AB79-4FAB219FA5DD}">
      <dgm:prSet/>
      <dgm:spPr/>
      <dgm:t>
        <a:bodyPr/>
        <a:lstStyle/>
        <a:p>
          <a:r>
            <a:rPr lang="en-US" b="0" i="0"/>
            <a:t>Frontend: React, Router, Axios</a:t>
          </a:r>
          <a:endParaRPr lang="en-US"/>
        </a:p>
      </dgm:t>
    </dgm:pt>
    <dgm:pt modelId="{464A3B06-82CC-4930-A00D-4E7FB37FF9DA}" type="parTrans" cxnId="{F0082D96-C455-4C53-8BB3-A4E5E5A89ADC}">
      <dgm:prSet/>
      <dgm:spPr/>
      <dgm:t>
        <a:bodyPr/>
        <a:lstStyle/>
        <a:p>
          <a:endParaRPr lang="en-US"/>
        </a:p>
      </dgm:t>
    </dgm:pt>
    <dgm:pt modelId="{7CF8C547-12BF-421C-B891-13D52527D170}" type="sibTrans" cxnId="{F0082D96-C455-4C53-8BB3-A4E5E5A89ADC}">
      <dgm:prSet/>
      <dgm:spPr/>
      <dgm:t>
        <a:bodyPr/>
        <a:lstStyle/>
        <a:p>
          <a:endParaRPr lang="en-US"/>
        </a:p>
      </dgm:t>
    </dgm:pt>
    <dgm:pt modelId="{E247F01F-E1C8-40AD-B75B-E96212AD0721}">
      <dgm:prSet/>
      <dgm:spPr/>
      <dgm:t>
        <a:bodyPr/>
        <a:lstStyle/>
        <a:p>
          <a:r>
            <a:rPr lang="en-US" b="0" i="0"/>
            <a:t>Backend: Node.js, Express</a:t>
          </a:r>
          <a:endParaRPr lang="en-US"/>
        </a:p>
      </dgm:t>
    </dgm:pt>
    <dgm:pt modelId="{4B413E58-1E68-4824-89CD-70CCC3E54C0E}" type="parTrans" cxnId="{46915D28-7B31-4C93-9F4F-8F1046F245C9}">
      <dgm:prSet/>
      <dgm:spPr/>
      <dgm:t>
        <a:bodyPr/>
        <a:lstStyle/>
        <a:p>
          <a:endParaRPr lang="en-US"/>
        </a:p>
      </dgm:t>
    </dgm:pt>
    <dgm:pt modelId="{97000164-530D-490A-8C19-46B007E5B507}" type="sibTrans" cxnId="{46915D28-7B31-4C93-9F4F-8F1046F245C9}">
      <dgm:prSet/>
      <dgm:spPr/>
      <dgm:t>
        <a:bodyPr/>
        <a:lstStyle/>
        <a:p>
          <a:endParaRPr lang="en-US"/>
        </a:p>
      </dgm:t>
    </dgm:pt>
    <dgm:pt modelId="{2A5AEE0A-9AE8-4665-A901-EBF857382841}">
      <dgm:prSet/>
      <dgm:spPr/>
      <dgm:t>
        <a:bodyPr/>
        <a:lstStyle/>
        <a:p>
          <a:r>
            <a:rPr lang="en-US" b="0" i="0"/>
            <a:t>Database: MongoDB + Mongoose</a:t>
          </a:r>
          <a:endParaRPr lang="en-US"/>
        </a:p>
      </dgm:t>
    </dgm:pt>
    <dgm:pt modelId="{899E9551-201C-4006-A1A5-09B1C4FD6DED}" type="parTrans" cxnId="{CB8A5C36-9BBA-4BF8-A8DC-859B818DB340}">
      <dgm:prSet/>
      <dgm:spPr/>
      <dgm:t>
        <a:bodyPr/>
        <a:lstStyle/>
        <a:p>
          <a:endParaRPr lang="en-US"/>
        </a:p>
      </dgm:t>
    </dgm:pt>
    <dgm:pt modelId="{DDD0B9C1-B02F-431B-B8B2-303B3B588F47}" type="sibTrans" cxnId="{CB8A5C36-9BBA-4BF8-A8DC-859B818DB340}">
      <dgm:prSet/>
      <dgm:spPr/>
      <dgm:t>
        <a:bodyPr/>
        <a:lstStyle/>
        <a:p>
          <a:endParaRPr lang="en-US"/>
        </a:p>
      </dgm:t>
    </dgm:pt>
    <dgm:pt modelId="{3DF943D9-8D0E-4CB0-BCA3-F011BD3D8EE3}">
      <dgm:prSet/>
      <dgm:spPr/>
      <dgm:t>
        <a:bodyPr/>
        <a:lstStyle/>
        <a:p>
          <a:r>
            <a:rPr lang="en-US" b="0" i="0"/>
            <a:t>Visualization: Charts</a:t>
          </a:r>
          <a:endParaRPr lang="en-US"/>
        </a:p>
      </dgm:t>
    </dgm:pt>
    <dgm:pt modelId="{C7CF0F3C-886E-4326-8CC7-400B251E8EEA}" type="parTrans" cxnId="{6EE49DFE-625F-44EC-895F-A289B18B406D}">
      <dgm:prSet/>
      <dgm:spPr/>
      <dgm:t>
        <a:bodyPr/>
        <a:lstStyle/>
        <a:p>
          <a:endParaRPr lang="en-US"/>
        </a:p>
      </dgm:t>
    </dgm:pt>
    <dgm:pt modelId="{A357F693-C9DE-4DAE-B587-41A29F671F66}" type="sibTrans" cxnId="{6EE49DFE-625F-44EC-895F-A289B18B406D}">
      <dgm:prSet/>
      <dgm:spPr/>
      <dgm:t>
        <a:bodyPr/>
        <a:lstStyle/>
        <a:p>
          <a:endParaRPr lang="en-US"/>
        </a:p>
      </dgm:t>
    </dgm:pt>
    <dgm:pt modelId="{9CA751EC-B3E2-4C43-8D09-A668C817D8F3}" type="pres">
      <dgm:prSet presAssocID="{33B48F7F-84BA-4C8C-A302-757264E9348F}" presName="matrix" presStyleCnt="0">
        <dgm:presLayoutVars>
          <dgm:chMax val="1"/>
          <dgm:dir/>
          <dgm:resizeHandles val="exact"/>
        </dgm:presLayoutVars>
      </dgm:prSet>
      <dgm:spPr/>
    </dgm:pt>
    <dgm:pt modelId="{7256283E-867F-4EBA-A65C-F9F136635067}" type="pres">
      <dgm:prSet presAssocID="{33B48F7F-84BA-4C8C-A302-757264E9348F}" presName="diamond" presStyleLbl="bgShp" presStyleIdx="0" presStyleCnt="1"/>
      <dgm:spPr/>
    </dgm:pt>
    <dgm:pt modelId="{C030E02F-F791-4C0D-9E13-4CAD701A7CDE}" type="pres">
      <dgm:prSet presAssocID="{33B48F7F-84BA-4C8C-A302-757264E9348F}" presName="quad1" presStyleLbl="node1" presStyleIdx="0" presStyleCnt="4">
        <dgm:presLayoutVars>
          <dgm:chMax val="0"/>
          <dgm:chPref val="0"/>
          <dgm:bulletEnabled val="1"/>
        </dgm:presLayoutVars>
      </dgm:prSet>
      <dgm:spPr/>
    </dgm:pt>
    <dgm:pt modelId="{DCFD2506-3BCE-45E3-9D48-8CA6E677CCD5}" type="pres">
      <dgm:prSet presAssocID="{33B48F7F-84BA-4C8C-A302-757264E9348F}" presName="quad2" presStyleLbl="node1" presStyleIdx="1" presStyleCnt="4">
        <dgm:presLayoutVars>
          <dgm:chMax val="0"/>
          <dgm:chPref val="0"/>
          <dgm:bulletEnabled val="1"/>
        </dgm:presLayoutVars>
      </dgm:prSet>
      <dgm:spPr/>
    </dgm:pt>
    <dgm:pt modelId="{3AA13A9C-8171-45B0-BF39-6EA21FAA1A33}" type="pres">
      <dgm:prSet presAssocID="{33B48F7F-84BA-4C8C-A302-757264E9348F}" presName="quad3" presStyleLbl="node1" presStyleIdx="2" presStyleCnt="4">
        <dgm:presLayoutVars>
          <dgm:chMax val="0"/>
          <dgm:chPref val="0"/>
          <dgm:bulletEnabled val="1"/>
        </dgm:presLayoutVars>
      </dgm:prSet>
      <dgm:spPr/>
    </dgm:pt>
    <dgm:pt modelId="{1E42F6D9-061A-4310-8942-2A0F469C890C}" type="pres">
      <dgm:prSet presAssocID="{33B48F7F-84BA-4C8C-A302-757264E9348F}" presName="quad4" presStyleLbl="node1" presStyleIdx="3" presStyleCnt="4">
        <dgm:presLayoutVars>
          <dgm:chMax val="0"/>
          <dgm:chPref val="0"/>
          <dgm:bulletEnabled val="1"/>
        </dgm:presLayoutVars>
      </dgm:prSet>
      <dgm:spPr/>
    </dgm:pt>
  </dgm:ptLst>
  <dgm:cxnLst>
    <dgm:cxn modelId="{46915D28-7B31-4C93-9F4F-8F1046F245C9}" srcId="{33B48F7F-84BA-4C8C-A302-757264E9348F}" destId="{E247F01F-E1C8-40AD-B75B-E96212AD0721}" srcOrd="1" destOrd="0" parTransId="{4B413E58-1E68-4824-89CD-70CCC3E54C0E}" sibTransId="{97000164-530D-490A-8C19-46B007E5B507}"/>
    <dgm:cxn modelId="{CB8A5C36-9BBA-4BF8-A8DC-859B818DB340}" srcId="{33B48F7F-84BA-4C8C-A302-757264E9348F}" destId="{2A5AEE0A-9AE8-4665-A901-EBF857382841}" srcOrd="2" destOrd="0" parTransId="{899E9551-201C-4006-A1A5-09B1C4FD6DED}" sibTransId="{DDD0B9C1-B02F-431B-B8B2-303B3B588F47}"/>
    <dgm:cxn modelId="{B7698037-E5F1-4FB1-ABBA-AA53FC55F777}" type="presOf" srcId="{E247F01F-E1C8-40AD-B75B-E96212AD0721}" destId="{DCFD2506-3BCE-45E3-9D48-8CA6E677CCD5}" srcOrd="0" destOrd="0" presId="urn:microsoft.com/office/officeart/2005/8/layout/matrix3"/>
    <dgm:cxn modelId="{B0A30042-E550-4E92-A6DB-D8832DE3BF00}" type="presOf" srcId="{E1A565D7-DC66-48CF-AB79-4FAB219FA5DD}" destId="{C030E02F-F791-4C0D-9E13-4CAD701A7CDE}" srcOrd="0" destOrd="0" presId="urn:microsoft.com/office/officeart/2005/8/layout/matrix3"/>
    <dgm:cxn modelId="{B813474D-841D-4B3A-827F-AB1648432310}" type="presOf" srcId="{33B48F7F-84BA-4C8C-A302-757264E9348F}" destId="{9CA751EC-B3E2-4C43-8D09-A668C817D8F3}" srcOrd="0" destOrd="0" presId="urn:microsoft.com/office/officeart/2005/8/layout/matrix3"/>
    <dgm:cxn modelId="{54E94A8C-3C1B-4BD5-8BE3-1DA9F5FCCC79}" type="presOf" srcId="{3DF943D9-8D0E-4CB0-BCA3-F011BD3D8EE3}" destId="{1E42F6D9-061A-4310-8942-2A0F469C890C}" srcOrd="0" destOrd="0" presId="urn:microsoft.com/office/officeart/2005/8/layout/matrix3"/>
    <dgm:cxn modelId="{F0082D96-C455-4C53-8BB3-A4E5E5A89ADC}" srcId="{33B48F7F-84BA-4C8C-A302-757264E9348F}" destId="{E1A565D7-DC66-48CF-AB79-4FAB219FA5DD}" srcOrd="0" destOrd="0" parTransId="{464A3B06-82CC-4930-A00D-4E7FB37FF9DA}" sibTransId="{7CF8C547-12BF-421C-B891-13D52527D170}"/>
    <dgm:cxn modelId="{B53FB09E-22B7-439B-84EE-E80D38BF549F}" type="presOf" srcId="{2A5AEE0A-9AE8-4665-A901-EBF857382841}" destId="{3AA13A9C-8171-45B0-BF39-6EA21FAA1A33}" srcOrd="0" destOrd="0" presId="urn:microsoft.com/office/officeart/2005/8/layout/matrix3"/>
    <dgm:cxn modelId="{6EE49DFE-625F-44EC-895F-A289B18B406D}" srcId="{33B48F7F-84BA-4C8C-A302-757264E9348F}" destId="{3DF943D9-8D0E-4CB0-BCA3-F011BD3D8EE3}" srcOrd="3" destOrd="0" parTransId="{C7CF0F3C-886E-4326-8CC7-400B251E8EEA}" sibTransId="{A357F693-C9DE-4DAE-B587-41A29F671F66}"/>
    <dgm:cxn modelId="{F7DEFBEF-2080-4938-A341-CC15BC23ACEC}" type="presParOf" srcId="{9CA751EC-B3E2-4C43-8D09-A668C817D8F3}" destId="{7256283E-867F-4EBA-A65C-F9F136635067}" srcOrd="0" destOrd="0" presId="urn:microsoft.com/office/officeart/2005/8/layout/matrix3"/>
    <dgm:cxn modelId="{B1F46BF9-1B72-4B0F-9A01-AB7B5E2A5B3F}" type="presParOf" srcId="{9CA751EC-B3E2-4C43-8D09-A668C817D8F3}" destId="{C030E02F-F791-4C0D-9E13-4CAD701A7CDE}" srcOrd="1" destOrd="0" presId="urn:microsoft.com/office/officeart/2005/8/layout/matrix3"/>
    <dgm:cxn modelId="{F599AD94-949F-4F69-94EC-754270014624}" type="presParOf" srcId="{9CA751EC-B3E2-4C43-8D09-A668C817D8F3}" destId="{DCFD2506-3BCE-45E3-9D48-8CA6E677CCD5}" srcOrd="2" destOrd="0" presId="urn:microsoft.com/office/officeart/2005/8/layout/matrix3"/>
    <dgm:cxn modelId="{91D7C8FC-DEB2-470C-9BE6-04F261302297}" type="presParOf" srcId="{9CA751EC-B3E2-4C43-8D09-A668C817D8F3}" destId="{3AA13A9C-8171-45B0-BF39-6EA21FAA1A33}" srcOrd="3" destOrd="0" presId="urn:microsoft.com/office/officeart/2005/8/layout/matrix3"/>
    <dgm:cxn modelId="{A2FD1DF1-66D2-44B0-93A1-5F72BDD4E73C}" type="presParOf" srcId="{9CA751EC-B3E2-4C43-8D09-A668C817D8F3}" destId="{1E42F6D9-061A-4310-8942-2A0F469C890C}" srcOrd="4" destOrd="0" presId="urn:microsoft.com/office/officeart/2005/8/layout/matrix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4B8ECE4-E8A8-421F-8B00-0ECF220925D6}"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55F05CC0-F841-43A7-AC0F-2DDC74DEC5F8}">
      <dgm:prSet/>
      <dgm:spPr/>
      <dgm:t>
        <a:bodyPr/>
        <a:lstStyle/>
        <a:p>
          <a:r>
            <a:rPr lang="en-US" b="0" i="0" dirty="0"/>
            <a:t>• Transaction list with categories</a:t>
          </a:r>
          <a:endParaRPr lang="en-US" dirty="0"/>
        </a:p>
      </dgm:t>
    </dgm:pt>
    <dgm:pt modelId="{0E3967F2-2561-4652-850A-64C466F5A34C}" type="parTrans" cxnId="{2B1D8EA3-C596-4996-8CDD-1F769ED7C3D5}">
      <dgm:prSet/>
      <dgm:spPr/>
      <dgm:t>
        <a:bodyPr/>
        <a:lstStyle/>
        <a:p>
          <a:endParaRPr lang="en-US"/>
        </a:p>
      </dgm:t>
    </dgm:pt>
    <dgm:pt modelId="{9B367B79-67C0-4165-9646-B4DCFE677609}" type="sibTrans" cxnId="{2B1D8EA3-C596-4996-8CDD-1F769ED7C3D5}">
      <dgm:prSet/>
      <dgm:spPr/>
      <dgm:t>
        <a:bodyPr/>
        <a:lstStyle/>
        <a:p>
          <a:endParaRPr lang="en-US"/>
        </a:p>
      </dgm:t>
    </dgm:pt>
    <dgm:pt modelId="{FB5A2BA3-C648-4A39-8B37-9F2E5D462FD6}">
      <dgm:prSet/>
      <dgm:spPr/>
      <dgm:t>
        <a:bodyPr/>
        <a:lstStyle/>
        <a:p>
          <a:r>
            <a:rPr lang="en-US" b="0" i="0"/>
            <a:t>• Add/Edit/Delete UI</a:t>
          </a:r>
          <a:endParaRPr lang="en-US"/>
        </a:p>
      </dgm:t>
    </dgm:pt>
    <dgm:pt modelId="{68621537-3CB6-4309-928F-0C8CD0E9B6A8}" type="parTrans" cxnId="{DDDE9CA4-F353-450A-870A-505E8E0350BE}">
      <dgm:prSet/>
      <dgm:spPr/>
      <dgm:t>
        <a:bodyPr/>
        <a:lstStyle/>
        <a:p>
          <a:endParaRPr lang="en-US"/>
        </a:p>
      </dgm:t>
    </dgm:pt>
    <dgm:pt modelId="{A9DB0CAB-3103-48C3-A715-9AD0F2BC5F1D}" type="sibTrans" cxnId="{DDDE9CA4-F353-450A-870A-505E8E0350BE}">
      <dgm:prSet/>
      <dgm:spPr/>
      <dgm:t>
        <a:bodyPr/>
        <a:lstStyle/>
        <a:p>
          <a:endParaRPr lang="en-US"/>
        </a:p>
      </dgm:t>
    </dgm:pt>
    <dgm:pt modelId="{86449022-BC31-46D4-8283-ED9BC637AA38}">
      <dgm:prSet/>
      <dgm:spPr/>
      <dgm:t>
        <a:bodyPr/>
        <a:lstStyle/>
        <a:p>
          <a:r>
            <a:rPr lang="en-US" b="0" i="0"/>
            <a:t>• Weekly &amp; monthly summaries</a:t>
          </a:r>
          <a:endParaRPr lang="en-US"/>
        </a:p>
      </dgm:t>
    </dgm:pt>
    <dgm:pt modelId="{F4FA0092-E8A4-4C0F-96D8-A3625D87B216}" type="parTrans" cxnId="{98A09BD6-FF2A-41BB-B01D-A63C8FC0C9E1}">
      <dgm:prSet/>
      <dgm:spPr/>
      <dgm:t>
        <a:bodyPr/>
        <a:lstStyle/>
        <a:p>
          <a:endParaRPr lang="en-US"/>
        </a:p>
      </dgm:t>
    </dgm:pt>
    <dgm:pt modelId="{43EF652F-42FE-454C-8DD1-239089F08510}" type="sibTrans" cxnId="{98A09BD6-FF2A-41BB-B01D-A63C8FC0C9E1}">
      <dgm:prSet/>
      <dgm:spPr/>
      <dgm:t>
        <a:bodyPr/>
        <a:lstStyle/>
        <a:p>
          <a:endParaRPr lang="en-US"/>
        </a:p>
      </dgm:t>
    </dgm:pt>
    <dgm:pt modelId="{A6AED209-8737-4460-8A14-AD050DD91183}">
      <dgm:prSet/>
      <dgm:spPr/>
      <dgm:t>
        <a:bodyPr/>
        <a:lstStyle/>
        <a:p>
          <a:r>
            <a:rPr lang="en-US" b="0" i="0"/>
            <a:t>• Comparison charts</a:t>
          </a:r>
          <a:endParaRPr lang="en-US"/>
        </a:p>
      </dgm:t>
    </dgm:pt>
    <dgm:pt modelId="{4528878D-9A3F-4234-BFBB-5EE796BD6161}" type="parTrans" cxnId="{581CC351-0759-46FF-84CC-087AEBEFD6FA}">
      <dgm:prSet/>
      <dgm:spPr/>
      <dgm:t>
        <a:bodyPr/>
        <a:lstStyle/>
        <a:p>
          <a:endParaRPr lang="en-US"/>
        </a:p>
      </dgm:t>
    </dgm:pt>
    <dgm:pt modelId="{4833BA60-B75E-4DA6-AF7C-F35A3056E634}" type="sibTrans" cxnId="{581CC351-0759-46FF-84CC-087AEBEFD6FA}">
      <dgm:prSet/>
      <dgm:spPr/>
      <dgm:t>
        <a:bodyPr/>
        <a:lstStyle/>
        <a:p>
          <a:endParaRPr lang="en-US"/>
        </a:p>
      </dgm:t>
    </dgm:pt>
    <dgm:pt modelId="{F51461F3-EA66-44B5-837E-F3C9A4A3B016}">
      <dgm:prSet/>
      <dgm:spPr/>
      <dgm:t>
        <a:bodyPr/>
        <a:lstStyle/>
        <a:p>
          <a:r>
            <a:rPr lang="en-US" b="0" i="0"/>
            <a:t>• User login</a:t>
          </a:r>
          <a:endParaRPr lang="en-US"/>
        </a:p>
      </dgm:t>
    </dgm:pt>
    <dgm:pt modelId="{07C552E9-A915-481E-825F-A4F8D4274EF5}" type="parTrans" cxnId="{C8EFB979-D456-4A99-9093-B7AFBE41BAC2}">
      <dgm:prSet/>
      <dgm:spPr/>
      <dgm:t>
        <a:bodyPr/>
        <a:lstStyle/>
        <a:p>
          <a:endParaRPr lang="en-US"/>
        </a:p>
      </dgm:t>
    </dgm:pt>
    <dgm:pt modelId="{70B1059F-9AE8-4D13-8504-691B714273F2}" type="sibTrans" cxnId="{C8EFB979-D456-4A99-9093-B7AFBE41BAC2}">
      <dgm:prSet/>
      <dgm:spPr/>
      <dgm:t>
        <a:bodyPr/>
        <a:lstStyle/>
        <a:p>
          <a:endParaRPr lang="en-US"/>
        </a:p>
      </dgm:t>
    </dgm:pt>
    <dgm:pt modelId="{DD8AD339-FF91-4BF0-820D-4669C868B2A5}" type="pres">
      <dgm:prSet presAssocID="{84B8ECE4-E8A8-421F-8B00-0ECF220925D6}" presName="root" presStyleCnt="0">
        <dgm:presLayoutVars>
          <dgm:dir/>
          <dgm:resizeHandles val="exact"/>
        </dgm:presLayoutVars>
      </dgm:prSet>
      <dgm:spPr/>
    </dgm:pt>
    <dgm:pt modelId="{CB49F07A-ADE9-48AA-8DBF-DE7CDC027034}" type="pres">
      <dgm:prSet presAssocID="{55F05CC0-F841-43A7-AC0F-2DDC74DEC5F8}" presName="compNode" presStyleCnt="0"/>
      <dgm:spPr/>
    </dgm:pt>
    <dgm:pt modelId="{ED1E757F-269D-4C30-928B-388B4B844E76}" type="pres">
      <dgm:prSet presAssocID="{55F05CC0-F841-43A7-AC0F-2DDC74DEC5F8}" presName="bgRect" presStyleLbl="bgShp" presStyleIdx="0" presStyleCnt="5"/>
      <dgm:spPr/>
    </dgm:pt>
    <dgm:pt modelId="{5E433B23-E7D4-48E9-9EF0-91CFA527C71A}" type="pres">
      <dgm:prSet presAssocID="{55F05CC0-F841-43A7-AC0F-2DDC74DEC5F8}"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Ruble"/>
        </a:ext>
      </dgm:extLst>
    </dgm:pt>
    <dgm:pt modelId="{F52569C7-F412-4949-9FE3-7CCA3F250CBC}" type="pres">
      <dgm:prSet presAssocID="{55F05CC0-F841-43A7-AC0F-2DDC74DEC5F8}" presName="spaceRect" presStyleCnt="0"/>
      <dgm:spPr/>
    </dgm:pt>
    <dgm:pt modelId="{0AAB75BC-0A8D-4CE2-BDF7-22F348434AC9}" type="pres">
      <dgm:prSet presAssocID="{55F05CC0-F841-43A7-AC0F-2DDC74DEC5F8}" presName="parTx" presStyleLbl="revTx" presStyleIdx="0" presStyleCnt="5">
        <dgm:presLayoutVars>
          <dgm:chMax val="0"/>
          <dgm:chPref val="0"/>
        </dgm:presLayoutVars>
      </dgm:prSet>
      <dgm:spPr/>
    </dgm:pt>
    <dgm:pt modelId="{7C22B036-85B3-434E-89BB-8BFF0F0A365A}" type="pres">
      <dgm:prSet presAssocID="{9B367B79-67C0-4165-9646-B4DCFE677609}" presName="sibTrans" presStyleCnt="0"/>
      <dgm:spPr/>
    </dgm:pt>
    <dgm:pt modelId="{17B8389E-B21E-419D-A106-FBBAC878D22A}" type="pres">
      <dgm:prSet presAssocID="{FB5A2BA3-C648-4A39-8B37-9F2E5D462FD6}" presName="compNode" presStyleCnt="0"/>
      <dgm:spPr/>
    </dgm:pt>
    <dgm:pt modelId="{0E5D2CEF-E349-4E7F-ADD9-3C26079C1D04}" type="pres">
      <dgm:prSet presAssocID="{FB5A2BA3-C648-4A39-8B37-9F2E5D462FD6}" presName="bgRect" presStyleLbl="bgShp" presStyleIdx="1" presStyleCnt="5"/>
      <dgm:spPr/>
    </dgm:pt>
    <dgm:pt modelId="{5F2EF98C-7F67-473C-83DD-0001C423A4F8}" type="pres">
      <dgm:prSet presAssocID="{FB5A2BA3-C648-4A39-8B37-9F2E5D462FD6}"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Eraser"/>
        </a:ext>
      </dgm:extLst>
    </dgm:pt>
    <dgm:pt modelId="{96DDF8DC-A19E-4463-A744-411F8396FDFB}" type="pres">
      <dgm:prSet presAssocID="{FB5A2BA3-C648-4A39-8B37-9F2E5D462FD6}" presName="spaceRect" presStyleCnt="0"/>
      <dgm:spPr/>
    </dgm:pt>
    <dgm:pt modelId="{7B6785C5-4656-4604-9FFE-7605E6F96465}" type="pres">
      <dgm:prSet presAssocID="{FB5A2BA3-C648-4A39-8B37-9F2E5D462FD6}" presName="parTx" presStyleLbl="revTx" presStyleIdx="1" presStyleCnt="5">
        <dgm:presLayoutVars>
          <dgm:chMax val="0"/>
          <dgm:chPref val="0"/>
        </dgm:presLayoutVars>
      </dgm:prSet>
      <dgm:spPr/>
    </dgm:pt>
    <dgm:pt modelId="{2B34A5A5-5E9C-4737-87A5-BFAFB823900F}" type="pres">
      <dgm:prSet presAssocID="{A9DB0CAB-3103-48C3-A715-9AD0F2BC5F1D}" presName="sibTrans" presStyleCnt="0"/>
      <dgm:spPr/>
    </dgm:pt>
    <dgm:pt modelId="{5F724381-E3BB-4B1E-9D31-CB1E1940D1E1}" type="pres">
      <dgm:prSet presAssocID="{86449022-BC31-46D4-8283-ED9BC637AA38}" presName="compNode" presStyleCnt="0"/>
      <dgm:spPr/>
    </dgm:pt>
    <dgm:pt modelId="{BC4B5F81-72A9-4A9F-BF93-0313608C7D35}" type="pres">
      <dgm:prSet presAssocID="{86449022-BC31-46D4-8283-ED9BC637AA38}" presName="bgRect" presStyleLbl="bgShp" presStyleIdx="2" presStyleCnt="5"/>
      <dgm:spPr/>
    </dgm:pt>
    <dgm:pt modelId="{A739E46B-1CF5-435E-AB92-8A3A2B22BB03}" type="pres">
      <dgm:prSet presAssocID="{86449022-BC31-46D4-8283-ED9BC637AA38}"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heck List"/>
        </a:ext>
      </dgm:extLst>
    </dgm:pt>
    <dgm:pt modelId="{0CECC67F-14C0-498A-839D-7A7209D9C68B}" type="pres">
      <dgm:prSet presAssocID="{86449022-BC31-46D4-8283-ED9BC637AA38}" presName="spaceRect" presStyleCnt="0"/>
      <dgm:spPr/>
    </dgm:pt>
    <dgm:pt modelId="{AD615B2A-8C81-49D7-A6B1-4C4D416A0249}" type="pres">
      <dgm:prSet presAssocID="{86449022-BC31-46D4-8283-ED9BC637AA38}" presName="parTx" presStyleLbl="revTx" presStyleIdx="2" presStyleCnt="5">
        <dgm:presLayoutVars>
          <dgm:chMax val="0"/>
          <dgm:chPref val="0"/>
        </dgm:presLayoutVars>
      </dgm:prSet>
      <dgm:spPr/>
    </dgm:pt>
    <dgm:pt modelId="{99F865D9-7FF3-430A-A483-ADB506F9B1E7}" type="pres">
      <dgm:prSet presAssocID="{43EF652F-42FE-454C-8DD1-239089F08510}" presName="sibTrans" presStyleCnt="0"/>
      <dgm:spPr/>
    </dgm:pt>
    <dgm:pt modelId="{AA244CD7-A275-414E-8E0C-08BC0E3A06AE}" type="pres">
      <dgm:prSet presAssocID="{A6AED209-8737-4460-8A14-AD050DD91183}" presName="compNode" presStyleCnt="0"/>
      <dgm:spPr/>
    </dgm:pt>
    <dgm:pt modelId="{44EC5B90-9E1F-4F94-A921-83AFD3AE303E}" type="pres">
      <dgm:prSet presAssocID="{A6AED209-8737-4460-8A14-AD050DD91183}" presName="bgRect" presStyleLbl="bgShp" presStyleIdx="3" presStyleCnt="5"/>
      <dgm:spPr/>
    </dgm:pt>
    <dgm:pt modelId="{ECCB75CD-C308-4FE0-84D7-BF259BEA5C4B}" type="pres">
      <dgm:prSet presAssocID="{A6AED209-8737-4460-8A14-AD050DD91183}"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Bar chart"/>
        </a:ext>
      </dgm:extLst>
    </dgm:pt>
    <dgm:pt modelId="{9F85BC3D-0D59-4951-B2EE-FBDA3FC4740D}" type="pres">
      <dgm:prSet presAssocID="{A6AED209-8737-4460-8A14-AD050DD91183}" presName="spaceRect" presStyleCnt="0"/>
      <dgm:spPr/>
    </dgm:pt>
    <dgm:pt modelId="{E92CE9DE-2B35-4A4A-9D61-ED007E77CFAD}" type="pres">
      <dgm:prSet presAssocID="{A6AED209-8737-4460-8A14-AD050DD91183}" presName="parTx" presStyleLbl="revTx" presStyleIdx="3" presStyleCnt="5">
        <dgm:presLayoutVars>
          <dgm:chMax val="0"/>
          <dgm:chPref val="0"/>
        </dgm:presLayoutVars>
      </dgm:prSet>
      <dgm:spPr/>
    </dgm:pt>
    <dgm:pt modelId="{9624AE13-35BB-42F4-B06E-AFCA6CE9903D}" type="pres">
      <dgm:prSet presAssocID="{4833BA60-B75E-4DA6-AF7C-F35A3056E634}" presName="sibTrans" presStyleCnt="0"/>
      <dgm:spPr/>
    </dgm:pt>
    <dgm:pt modelId="{2A76CF29-E58F-4907-B9B9-DCA753591686}" type="pres">
      <dgm:prSet presAssocID="{F51461F3-EA66-44B5-837E-F3C9A4A3B016}" presName="compNode" presStyleCnt="0"/>
      <dgm:spPr/>
    </dgm:pt>
    <dgm:pt modelId="{3083CC36-1DF7-4DD7-8F21-0EDE1BEE98B2}" type="pres">
      <dgm:prSet presAssocID="{F51461F3-EA66-44B5-837E-F3C9A4A3B016}" presName="bgRect" presStyleLbl="bgShp" presStyleIdx="4" presStyleCnt="5"/>
      <dgm:spPr/>
    </dgm:pt>
    <dgm:pt modelId="{359AD660-EDDF-4E66-A75B-FC1C8A4EF10A}" type="pres">
      <dgm:prSet presAssocID="{F51461F3-EA66-44B5-837E-F3C9A4A3B016}"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User"/>
        </a:ext>
      </dgm:extLst>
    </dgm:pt>
    <dgm:pt modelId="{4A38BD5D-AD76-4D6C-BFED-4CA6FCDAE7B9}" type="pres">
      <dgm:prSet presAssocID="{F51461F3-EA66-44B5-837E-F3C9A4A3B016}" presName="spaceRect" presStyleCnt="0"/>
      <dgm:spPr/>
    </dgm:pt>
    <dgm:pt modelId="{E1F84719-BB13-46DD-B822-8DB59A51D317}" type="pres">
      <dgm:prSet presAssocID="{F51461F3-EA66-44B5-837E-F3C9A4A3B016}" presName="parTx" presStyleLbl="revTx" presStyleIdx="4" presStyleCnt="5">
        <dgm:presLayoutVars>
          <dgm:chMax val="0"/>
          <dgm:chPref val="0"/>
        </dgm:presLayoutVars>
      </dgm:prSet>
      <dgm:spPr/>
    </dgm:pt>
  </dgm:ptLst>
  <dgm:cxnLst>
    <dgm:cxn modelId="{9BAB8B07-BB25-4626-A4AC-6081C72B5E90}" type="presOf" srcId="{F51461F3-EA66-44B5-837E-F3C9A4A3B016}" destId="{E1F84719-BB13-46DD-B822-8DB59A51D317}" srcOrd="0" destOrd="0" presId="urn:microsoft.com/office/officeart/2018/2/layout/IconVerticalSolidList"/>
    <dgm:cxn modelId="{04DF401C-DDC6-479B-AB68-E2E9DED1AB04}" type="presOf" srcId="{A6AED209-8737-4460-8A14-AD050DD91183}" destId="{E92CE9DE-2B35-4A4A-9D61-ED007E77CFAD}" srcOrd="0" destOrd="0" presId="urn:microsoft.com/office/officeart/2018/2/layout/IconVerticalSolidList"/>
    <dgm:cxn modelId="{A046862B-3EA0-4D26-8E29-9A8FDC7548C8}" type="presOf" srcId="{86449022-BC31-46D4-8283-ED9BC637AA38}" destId="{AD615B2A-8C81-49D7-A6B1-4C4D416A0249}" srcOrd="0" destOrd="0" presId="urn:microsoft.com/office/officeart/2018/2/layout/IconVerticalSolidList"/>
    <dgm:cxn modelId="{6F1AB347-F255-4000-8CB4-E0C91E1832F4}" type="presOf" srcId="{FB5A2BA3-C648-4A39-8B37-9F2E5D462FD6}" destId="{7B6785C5-4656-4604-9FFE-7605E6F96465}" srcOrd="0" destOrd="0" presId="urn:microsoft.com/office/officeart/2018/2/layout/IconVerticalSolidList"/>
    <dgm:cxn modelId="{E43B0471-2E39-4091-928C-AF766E3F20BA}" type="presOf" srcId="{84B8ECE4-E8A8-421F-8B00-0ECF220925D6}" destId="{DD8AD339-FF91-4BF0-820D-4669C868B2A5}" srcOrd="0" destOrd="0" presId="urn:microsoft.com/office/officeart/2018/2/layout/IconVerticalSolidList"/>
    <dgm:cxn modelId="{581CC351-0759-46FF-84CC-087AEBEFD6FA}" srcId="{84B8ECE4-E8A8-421F-8B00-0ECF220925D6}" destId="{A6AED209-8737-4460-8A14-AD050DD91183}" srcOrd="3" destOrd="0" parTransId="{4528878D-9A3F-4234-BFBB-5EE796BD6161}" sibTransId="{4833BA60-B75E-4DA6-AF7C-F35A3056E634}"/>
    <dgm:cxn modelId="{C8EFB979-D456-4A99-9093-B7AFBE41BAC2}" srcId="{84B8ECE4-E8A8-421F-8B00-0ECF220925D6}" destId="{F51461F3-EA66-44B5-837E-F3C9A4A3B016}" srcOrd="4" destOrd="0" parTransId="{07C552E9-A915-481E-825F-A4F8D4274EF5}" sibTransId="{70B1059F-9AE8-4D13-8504-691B714273F2}"/>
    <dgm:cxn modelId="{2B1D8EA3-C596-4996-8CDD-1F769ED7C3D5}" srcId="{84B8ECE4-E8A8-421F-8B00-0ECF220925D6}" destId="{55F05CC0-F841-43A7-AC0F-2DDC74DEC5F8}" srcOrd="0" destOrd="0" parTransId="{0E3967F2-2561-4652-850A-64C466F5A34C}" sibTransId="{9B367B79-67C0-4165-9646-B4DCFE677609}"/>
    <dgm:cxn modelId="{DDDE9CA4-F353-450A-870A-505E8E0350BE}" srcId="{84B8ECE4-E8A8-421F-8B00-0ECF220925D6}" destId="{FB5A2BA3-C648-4A39-8B37-9F2E5D462FD6}" srcOrd="1" destOrd="0" parTransId="{68621537-3CB6-4309-928F-0C8CD0E9B6A8}" sibTransId="{A9DB0CAB-3103-48C3-A715-9AD0F2BC5F1D}"/>
    <dgm:cxn modelId="{DD8E52CD-C79F-4BC8-AD65-A2DF323BFFB3}" type="presOf" srcId="{55F05CC0-F841-43A7-AC0F-2DDC74DEC5F8}" destId="{0AAB75BC-0A8D-4CE2-BDF7-22F348434AC9}" srcOrd="0" destOrd="0" presId="urn:microsoft.com/office/officeart/2018/2/layout/IconVerticalSolidList"/>
    <dgm:cxn modelId="{98A09BD6-FF2A-41BB-B01D-A63C8FC0C9E1}" srcId="{84B8ECE4-E8A8-421F-8B00-0ECF220925D6}" destId="{86449022-BC31-46D4-8283-ED9BC637AA38}" srcOrd="2" destOrd="0" parTransId="{F4FA0092-E8A4-4C0F-96D8-A3625D87B216}" sibTransId="{43EF652F-42FE-454C-8DD1-239089F08510}"/>
    <dgm:cxn modelId="{720EA316-3046-450E-AEB3-540F03A648C2}" type="presParOf" srcId="{DD8AD339-FF91-4BF0-820D-4669C868B2A5}" destId="{CB49F07A-ADE9-48AA-8DBF-DE7CDC027034}" srcOrd="0" destOrd="0" presId="urn:microsoft.com/office/officeart/2018/2/layout/IconVerticalSolidList"/>
    <dgm:cxn modelId="{809578E4-EC59-4B9B-8E5D-9CA113878F77}" type="presParOf" srcId="{CB49F07A-ADE9-48AA-8DBF-DE7CDC027034}" destId="{ED1E757F-269D-4C30-928B-388B4B844E76}" srcOrd="0" destOrd="0" presId="urn:microsoft.com/office/officeart/2018/2/layout/IconVerticalSolidList"/>
    <dgm:cxn modelId="{F84B17FF-DA9E-497A-AA58-E30C7086F919}" type="presParOf" srcId="{CB49F07A-ADE9-48AA-8DBF-DE7CDC027034}" destId="{5E433B23-E7D4-48E9-9EF0-91CFA527C71A}" srcOrd="1" destOrd="0" presId="urn:microsoft.com/office/officeart/2018/2/layout/IconVerticalSolidList"/>
    <dgm:cxn modelId="{92FFC0FC-FD4B-451F-AF58-9021A74B0AA0}" type="presParOf" srcId="{CB49F07A-ADE9-48AA-8DBF-DE7CDC027034}" destId="{F52569C7-F412-4949-9FE3-7CCA3F250CBC}" srcOrd="2" destOrd="0" presId="urn:microsoft.com/office/officeart/2018/2/layout/IconVerticalSolidList"/>
    <dgm:cxn modelId="{C2665FDC-4790-4148-BB02-E9D5D481821E}" type="presParOf" srcId="{CB49F07A-ADE9-48AA-8DBF-DE7CDC027034}" destId="{0AAB75BC-0A8D-4CE2-BDF7-22F348434AC9}" srcOrd="3" destOrd="0" presId="urn:microsoft.com/office/officeart/2018/2/layout/IconVerticalSolidList"/>
    <dgm:cxn modelId="{207FFCBA-4415-4726-821B-0A47C75FA0EE}" type="presParOf" srcId="{DD8AD339-FF91-4BF0-820D-4669C868B2A5}" destId="{7C22B036-85B3-434E-89BB-8BFF0F0A365A}" srcOrd="1" destOrd="0" presId="urn:microsoft.com/office/officeart/2018/2/layout/IconVerticalSolidList"/>
    <dgm:cxn modelId="{37FAECF5-F826-4F18-B250-9DCD28C24F3A}" type="presParOf" srcId="{DD8AD339-FF91-4BF0-820D-4669C868B2A5}" destId="{17B8389E-B21E-419D-A106-FBBAC878D22A}" srcOrd="2" destOrd="0" presId="urn:microsoft.com/office/officeart/2018/2/layout/IconVerticalSolidList"/>
    <dgm:cxn modelId="{483F9A42-4E45-4BD2-AF33-AE91C4AB3A70}" type="presParOf" srcId="{17B8389E-B21E-419D-A106-FBBAC878D22A}" destId="{0E5D2CEF-E349-4E7F-ADD9-3C26079C1D04}" srcOrd="0" destOrd="0" presId="urn:microsoft.com/office/officeart/2018/2/layout/IconVerticalSolidList"/>
    <dgm:cxn modelId="{C15FEBB6-F055-4EA0-9F76-65FCA1A6F1F1}" type="presParOf" srcId="{17B8389E-B21E-419D-A106-FBBAC878D22A}" destId="{5F2EF98C-7F67-473C-83DD-0001C423A4F8}" srcOrd="1" destOrd="0" presId="urn:microsoft.com/office/officeart/2018/2/layout/IconVerticalSolidList"/>
    <dgm:cxn modelId="{32598C60-54A3-4086-90A1-DA81980E988A}" type="presParOf" srcId="{17B8389E-B21E-419D-A106-FBBAC878D22A}" destId="{96DDF8DC-A19E-4463-A744-411F8396FDFB}" srcOrd="2" destOrd="0" presId="urn:microsoft.com/office/officeart/2018/2/layout/IconVerticalSolidList"/>
    <dgm:cxn modelId="{2CD6C5B3-0373-43C1-912B-8A3705846304}" type="presParOf" srcId="{17B8389E-B21E-419D-A106-FBBAC878D22A}" destId="{7B6785C5-4656-4604-9FFE-7605E6F96465}" srcOrd="3" destOrd="0" presId="urn:microsoft.com/office/officeart/2018/2/layout/IconVerticalSolidList"/>
    <dgm:cxn modelId="{72B310C0-A413-4751-B3EC-0168F11D9153}" type="presParOf" srcId="{DD8AD339-FF91-4BF0-820D-4669C868B2A5}" destId="{2B34A5A5-5E9C-4737-87A5-BFAFB823900F}" srcOrd="3" destOrd="0" presId="urn:microsoft.com/office/officeart/2018/2/layout/IconVerticalSolidList"/>
    <dgm:cxn modelId="{453B346E-A31E-43F8-9BB2-C9651FC85F5E}" type="presParOf" srcId="{DD8AD339-FF91-4BF0-820D-4669C868B2A5}" destId="{5F724381-E3BB-4B1E-9D31-CB1E1940D1E1}" srcOrd="4" destOrd="0" presId="urn:microsoft.com/office/officeart/2018/2/layout/IconVerticalSolidList"/>
    <dgm:cxn modelId="{A9CABF5B-5909-4B11-AB75-09C045B8590C}" type="presParOf" srcId="{5F724381-E3BB-4B1E-9D31-CB1E1940D1E1}" destId="{BC4B5F81-72A9-4A9F-BF93-0313608C7D35}" srcOrd="0" destOrd="0" presId="urn:microsoft.com/office/officeart/2018/2/layout/IconVerticalSolidList"/>
    <dgm:cxn modelId="{E2CC5C50-5DAD-4889-B487-7F15185D48AB}" type="presParOf" srcId="{5F724381-E3BB-4B1E-9D31-CB1E1940D1E1}" destId="{A739E46B-1CF5-435E-AB92-8A3A2B22BB03}" srcOrd="1" destOrd="0" presId="urn:microsoft.com/office/officeart/2018/2/layout/IconVerticalSolidList"/>
    <dgm:cxn modelId="{419C1546-C7E1-40F7-B31A-79BAF9BD4B15}" type="presParOf" srcId="{5F724381-E3BB-4B1E-9D31-CB1E1940D1E1}" destId="{0CECC67F-14C0-498A-839D-7A7209D9C68B}" srcOrd="2" destOrd="0" presId="urn:microsoft.com/office/officeart/2018/2/layout/IconVerticalSolidList"/>
    <dgm:cxn modelId="{E81A5729-51E1-41C0-9F99-C782B5A140DC}" type="presParOf" srcId="{5F724381-E3BB-4B1E-9D31-CB1E1940D1E1}" destId="{AD615B2A-8C81-49D7-A6B1-4C4D416A0249}" srcOrd="3" destOrd="0" presId="urn:microsoft.com/office/officeart/2018/2/layout/IconVerticalSolidList"/>
    <dgm:cxn modelId="{6E6C962D-FCF1-4422-88AD-59384144FC7B}" type="presParOf" srcId="{DD8AD339-FF91-4BF0-820D-4669C868B2A5}" destId="{99F865D9-7FF3-430A-A483-ADB506F9B1E7}" srcOrd="5" destOrd="0" presId="urn:microsoft.com/office/officeart/2018/2/layout/IconVerticalSolidList"/>
    <dgm:cxn modelId="{710A2178-824E-4EDC-8F9A-81BCC033D2E9}" type="presParOf" srcId="{DD8AD339-FF91-4BF0-820D-4669C868B2A5}" destId="{AA244CD7-A275-414E-8E0C-08BC0E3A06AE}" srcOrd="6" destOrd="0" presId="urn:microsoft.com/office/officeart/2018/2/layout/IconVerticalSolidList"/>
    <dgm:cxn modelId="{342C6283-0E86-4DF2-B2E5-6CE56D673BD3}" type="presParOf" srcId="{AA244CD7-A275-414E-8E0C-08BC0E3A06AE}" destId="{44EC5B90-9E1F-4F94-A921-83AFD3AE303E}" srcOrd="0" destOrd="0" presId="urn:microsoft.com/office/officeart/2018/2/layout/IconVerticalSolidList"/>
    <dgm:cxn modelId="{905724E8-88F4-45BB-8086-258474784133}" type="presParOf" srcId="{AA244CD7-A275-414E-8E0C-08BC0E3A06AE}" destId="{ECCB75CD-C308-4FE0-84D7-BF259BEA5C4B}" srcOrd="1" destOrd="0" presId="urn:microsoft.com/office/officeart/2018/2/layout/IconVerticalSolidList"/>
    <dgm:cxn modelId="{EEC002C8-30DE-4B7F-92C8-2B4CE1E62A9D}" type="presParOf" srcId="{AA244CD7-A275-414E-8E0C-08BC0E3A06AE}" destId="{9F85BC3D-0D59-4951-B2EE-FBDA3FC4740D}" srcOrd="2" destOrd="0" presId="urn:microsoft.com/office/officeart/2018/2/layout/IconVerticalSolidList"/>
    <dgm:cxn modelId="{E06739DE-0A64-4089-A8AC-CA5A64F7EB4F}" type="presParOf" srcId="{AA244CD7-A275-414E-8E0C-08BC0E3A06AE}" destId="{E92CE9DE-2B35-4A4A-9D61-ED007E77CFAD}" srcOrd="3" destOrd="0" presId="urn:microsoft.com/office/officeart/2018/2/layout/IconVerticalSolidList"/>
    <dgm:cxn modelId="{65DE8513-7E17-404C-BD6C-1516976008E3}" type="presParOf" srcId="{DD8AD339-FF91-4BF0-820D-4669C868B2A5}" destId="{9624AE13-35BB-42F4-B06E-AFCA6CE9903D}" srcOrd="7" destOrd="0" presId="urn:microsoft.com/office/officeart/2018/2/layout/IconVerticalSolidList"/>
    <dgm:cxn modelId="{A84E1055-A77E-4DAF-A064-E3500B97BFAB}" type="presParOf" srcId="{DD8AD339-FF91-4BF0-820D-4669C868B2A5}" destId="{2A76CF29-E58F-4907-B9B9-DCA753591686}" srcOrd="8" destOrd="0" presId="urn:microsoft.com/office/officeart/2018/2/layout/IconVerticalSolidList"/>
    <dgm:cxn modelId="{6982CE2C-6462-40EE-B718-B4AED0E6DE4C}" type="presParOf" srcId="{2A76CF29-E58F-4907-B9B9-DCA753591686}" destId="{3083CC36-1DF7-4DD7-8F21-0EDE1BEE98B2}" srcOrd="0" destOrd="0" presId="urn:microsoft.com/office/officeart/2018/2/layout/IconVerticalSolidList"/>
    <dgm:cxn modelId="{BD03FD69-CF0D-4A48-B486-54DBBD89266B}" type="presParOf" srcId="{2A76CF29-E58F-4907-B9B9-DCA753591686}" destId="{359AD660-EDDF-4E66-A75B-FC1C8A4EF10A}" srcOrd="1" destOrd="0" presId="urn:microsoft.com/office/officeart/2018/2/layout/IconVerticalSolidList"/>
    <dgm:cxn modelId="{E4406E68-B963-4929-8214-829874612574}" type="presParOf" srcId="{2A76CF29-E58F-4907-B9B9-DCA753591686}" destId="{4A38BD5D-AD76-4D6C-BFED-4CA6FCDAE7B9}" srcOrd="2" destOrd="0" presId="urn:microsoft.com/office/officeart/2018/2/layout/IconVerticalSolidList"/>
    <dgm:cxn modelId="{4E4BEE06-39C7-4CF3-9AD9-39F7C0D35CF8}" type="presParOf" srcId="{2A76CF29-E58F-4907-B9B9-DCA753591686}" destId="{E1F84719-BB13-46DD-B822-8DB59A51D317}"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0E78EAB2-F86B-48D1-9FA6-832932D4D988}" type="doc">
      <dgm:prSet loTypeId="urn:microsoft.com/office/officeart/2005/8/layout/list1" loCatId="list" qsTypeId="urn:microsoft.com/office/officeart/2005/8/quickstyle/simple4" qsCatId="simple" csTypeId="urn:microsoft.com/office/officeart/2005/8/colors/colorful2" csCatId="colorful"/>
      <dgm:spPr/>
      <dgm:t>
        <a:bodyPr/>
        <a:lstStyle/>
        <a:p>
          <a:endParaRPr lang="en-US"/>
        </a:p>
      </dgm:t>
    </dgm:pt>
    <dgm:pt modelId="{E16DEE68-1B72-4E05-9EF5-AF7A0701BCE7}">
      <dgm:prSet/>
      <dgm:spPr/>
      <dgm:t>
        <a:bodyPr/>
        <a:lstStyle/>
        <a:p>
          <a:r>
            <a:rPr lang="en-US" b="0" i="0"/>
            <a:t>• Multi-page routing</a:t>
          </a:r>
          <a:endParaRPr lang="en-US"/>
        </a:p>
      </dgm:t>
    </dgm:pt>
    <dgm:pt modelId="{F386E99D-6812-4F0C-BA05-7CE5648B9FC2}" type="parTrans" cxnId="{17EA8C39-578D-4F11-8B01-A49B3C51ECA5}">
      <dgm:prSet/>
      <dgm:spPr/>
      <dgm:t>
        <a:bodyPr/>
        <a:lstStyle/>
        <a:p>
          <a:endParaRPr lang="en-US"/>
        </a:p>
      </dgm:t>
    </dgm:pt>
    <dgm:pt modelId="{03761D49-47C6-4295-8522-E083F3D2A24B}" type="sibTrans" cxnId="{17EA8C39-578D-4F11-8B01-A49B3C51ECA5}">
      <dgm:prSet/>
      <dgm:spPr/>
      <dgm:t>
        <a:bodyPr/>
        <a:lstStyle/>
        <a:p>
          <a:endParaRPr lang="en-US"/>
        </a:p>
      </dgm:t>
    </dgm:pt>
    <dgm:pt modelId="{F03B5AFB-6DA8-4DA7-AD2A-C732B20E077E}">
      <dgm:prSet/>
      <dgm:spPr/>
      <dgm:t>
        <a:bodyPr/>
        <a:lstStyle/>
        <a:p>
          <a:r>
            <a:rPr lang="en-US" b="0" i="0"/>
            <a:t>• Axios API calls</a:t>
          </a:r>
          <a:endParaRPr lang="en-US"/>
        </a:p>
      </dgm:t>
    </dgm:pt>
    <dgm:pt modelId="{5C35C357-BA26-417D-A39E-1D8B2613E8A5}" type="parTrans" cxnId="{49A45B5F-0B08-4EEA-A291-ED2A2F6BC9FB}">
      <dgm:prSet/>
      <dgm:spPr/>
      <dgm:t>
        <a:bodyPr/>
        <a:lstStyle/>
        <a:p>
          <a:endParaRPr lang="en-US"/>
        </a:p>
      </dgm:t>
    </dgm:pt>
    <dgm:pt modelId="{9C5FD9A2-0189-40D4-9B92-72D3B3CF138A}" type="sibTrans" cxnId="{49A45B5F-0B08-4EEA-A291-ED2A2F6BC9FB}">
      <dgm:prSet/>
      <dgm:spPr/>
      <dgm:t>
        <a:bodyPr/>
        <a:lstStyle/>
        <a:p>
          <a:endParaRPr lang="en-US"/>
        </a:p>
      </dgm:t>
    </dgm:pt>
    <dgm:pt modelId="{FAE27D05-1100-4424-871E-94E50A5C6E0D}">
      <dgm:prSet/>
      <dgm:spPr/>
      <dgm:t>
        <a:bodyPr/>
        <a:lstStyle/>
        <a:p>
          <a:r>
            <a:rPr lang="en-US" b="0" i="0"/>
            <a:t>• useState + useEffect</a:t>
          </a:r>
          <a:endParaRPr lang="en-US"/>
        </a:p>
      </dgm:t>
    </dgm:pt>
    <dgm:pt modelId="{9325020D-DA7A-4804-8E5A-295935CF35E2}" type="parTrans" cxnId="{A165C7C4-1B98-46C7-933D-177E50790871}">
      <dgm:prSet/>
      <dgm:spPr/>
      <dgm:t>
        <a:bodyPr/>
        <a:lstStyle/>
        <a:p>
          <a:endParaRPr lang="en-US"/>
        </a:p>
      </dgm:t>
    </dgm:pt>
    <dgm:pt modelId="{A724F5BD-0A0D-4043-A16D-DB993648BD47}" type="sibTrans" cxnId="{A165C7C4-1B98-46C7-933D-177E50790871}">
      <dgm:prSet/>
      <dgm:spPr/>
      <dgm:t>
        <a:bodyPr/>
        <a:lstStyle/>
        <a:p>
          <a:endParaRPr lang="en-US"/>
        </a:p>
      </dgm:t>
    </dgm:pt>
    <dgm:pt modelId="{7F4E1A51-BA6C-4620-BB35-05DBE7980DE9}">
      <dgm:prSet/>
      <dgm:spPr/>
      <dgm:t>
        <a:bodyPr/>
        <a:lstStyle/>
        <a:p>
          <a:r>
            <a:rPr lang="en-US" b="0" i="0"/>
            <a:t>• Clean Bootstrap/CSS UI</a:t>
          </a:r>
          <a:endParaRPr lang="en-US"/>
        </a:p>
      </dgm:t>
    </dgm:pt>
    <dgm:pt modelId="{0F8064B9-3AEC-4737-BF14-E258F0400115}" type="parTrans" cxnId="{7DF46B84-45D6-4DD5-B618-0D3E83E18463}">
      <dgm:prSet/>
      <dgm:spPr/>
      <dgm:t>
        <a:bodyPr/>
        <a:lstStyle/>
        <a:p>
          <a:endParaRPr lang="en-US"/>
        </a:p>
      </dgm:t>
    </dgm:pt>
    <dgm:pt modelId="{D2CD6140-4228-4D82-A119-C2FD9405C8A6}" type="sibTrans" cxnId="{7DF46B84-45D6-4DD5-B618-0D3E83E18463}">
      <dgm:prSet/>
      <dgm:spPr/>
      <dgm:t>
        <a:bodyPr/>
        <a:lstStyle/>
        <a:p>
          <a:endParaRPr lang="en-US"/>
        </a:p>
      </dgm:t>
    </dgm:pt>
    <dgm:pt modelId="{6EFEF79C-2C69-4312-8F6A-FD4C40E0EF41}" type="pres">
      <dgm:prSet presAssocID="{0E78EAB2-F86B-48D1-9FA6-832932D4D988}" presName="linear" presStyleCnt="0">
        <dgm:presLayoutVars>
          <dgm:dir/>
          <dgm:animLvl val="lvl"/>
          <dgm:resizeHandles val="exact"/>
        </dgm:presLayoutVars>
      </dgm:prSet>
      <dgm:spPr/>
    </dgm:pt>
    <dgm:pt modelId="{BE2A3AF7-FA11-40E8-8DBB-2CE35749D65F}" type="pres">
      <dgm:prSet presAssocID="{E16DEE68-1B72-4E05-9EF5-AF7A0701BCE7}" presName="parentLin" presStyleCnt="0"/>
      <dgm:spPr/>
    </dgm:pt>
    <dgm:pt modelId="{BC3AC621-EA82-4AC5-9AFB-B64C3836A23F}" type="pres">
      <dgm:prSet presAssocID="{E16DEE68-1B72-4E05-9EF5-AF7A0701BCE7}" presName="parentLeftMargin" presStyleLbl="node1" presStyleIdx="0" presStyleCnt="4"/>
      <dgm:spPr/>
    </dgm:pt>
    <dgm:pt modelId="{D35DDD83-4E06-44B7-B58B-29D9B572E410}" type="pres">
      <dgm:prSet presAssocID="{E16DEE68-1B72-4E05-9EF5-AF7A0701BCE7}" presName="parentText" presStyleLbl="node1" presStyleIdx="0" presStyleCnt="4">
        <dgm:presLayoutVars>
          <dgm:chMax val="0"/>
          <dgm:bulletEnabled val="1"/>
        </dgm:presLayoutVars>
      </dgm:prSet>
      <dgm:spPr/>
    </dgm:pt>
    <dgm:pt modelId="{9BB3F559-4EB0-4B69-B197-CF1A96673D21}" type="pres">
      <dgm:prSet presAssocID="{E16DEE68-1B72-4E05-9EF5-AF7A0701BCE7}" presName="negativeSpace" presStyleCnt="0"/>
      <dgm:spPr/>
    </dgm:pt>
    <dgm:pt modelId="{2E41595A-52DA-431B-84EF-CF2AF786802C}" type="pres">
      <dgm:prSet presAssocID="{E16DEE68-1B72-4E05-9EF5-AF7A0701BCE7}" presName="childText" presStyleLbl="conFgAcc1" presStyleIdx="0" presStyleCnt="4">
        <dgm:presLayoutVars>
          <dgm:bulletEnabled val="1"/>
        </dgm:presLayoutVars>
      </dgm:prSet>
      <dgm:spPr/>
    </dgm:pt>
    <dgm:pt modelId="{7442F15A-768E-48D4-8D17-78602E774FB9}" type="pres">
      <dgm:prSet presAssocID="{03761D49-47C6-4295-8522-E083F3D2A24B}" presName="spaceBetweenRectangles" presStyleCnt="0"/>
      <dgm:spPr/>
    </dgm:pt>
    <dgm:pt modelId="{045CC732-0E85-46B7-8456-DE9EF9DB699C}" type="pres">
      <dgm:prSet presAssocID="{F03B5AFB-6DA8-4DA7-AD2A-C732B20E077E}" presName="parentLin" presStyleCnt="0"/>
      <dgm:spPr/>
    </dgm:pt>
    <dgm:pt modelId="{EF3B5062-3997-443C-AE12-CB016F2C7074}" type="pres">
      <dgm:prSet presAssocID="{F03B5AFB-6DA8-4DA7-AD2A-C732B20E077E}" presName="parentLeftMargin" presStyleLbl="node1" presStyleIdx="0" presStyleCnt="4"/>
      <dgm:spPr/>
    </dgm:pt>
    <dgm:pt modelId="{66D2306B-A891-4BD9-9004-F89EB93570C6}" type="pres">
      <dgm:prSet presAssocID="{F03B5AFB-6DA8-4DA7-AD2A-C732B20E077E}" presName="parentText" presStyleLbl="node1" presStyleIdx="1" presStyleCnt="4">
        <dgm:presLayoutVars>
          <dgm:chMax val="0"/>
          <dgm:bulletEnabled val="1"/>
        </dgm:presLayoutVars>
      </dgm:prSet>
      <dgm:spPr/>
    </dgm:pt>
    <dgm:pt modelId="{84A8CCBC-D9BB-42A6-9AB8-0AF79312F19D}" type="pres">
      <dgm:prSet presAssocID="{F03B5AFB-6DA8-4DA7-AD2A-C732B20E077E}" presName="negativeSpace" presStyleCnt="0"/>
      <dgm:spPr/>
    </dgm:pt>
    <dgm:pt modelId="{63A0C169-53C3-47D3-BCF9-F0E1783A7F53}" type="pres">
      <dgm:prSet presAssocID="{F03B5AFB-6DA8-4DA7-AD2A-C732B20E077E}" presName="childText" presStyleLbl="conFgAcc1" presStyleIdx="1" presStyleCnt="4">
        <dgm:presLayoutVars>
          <dgm:bulletEnabled val="1"/>
        </dgm:presLayoutVars>
      </dgm:prSet>
      <dgm:spPr/>
    </dgm:pt>
    <dgm:pt modelId="{148636CF-B24C-480E-A1D8-14A2BB8D855A}" type="pres">
      <dgm:prSet presAssocID="{9C5FD9A2-0189-40D4-9B92-72D3B3CF138A}" presName="spaceBetweenRectangles" presStyleCnt="0"/>
      <dgm:spPr/>
    </dgm:pt>
    <dgm:pt modelId="{EAAFE593-6070-43EF-8677-088F78A14D9F}" type="pres">
      <dgm:prSet presAssocID="{FAE27D05-1100-4424-871E-94E50A5C6E0D}" presName="parentLin" presStyleCnt="0"/>
      <dgm:spPr/>
    </dgm:pt>
    <dgm:pt modelId="{F37A0571-7449-4E53-9749-78478BD63530}" type="pres">
      <dgm:prSet presAssocID="{FAE27D05-1100-4424-871E-94E50A5C6E0D}" presName="parentLeftMargin" presStyleLbl="node1" presStyleIdx="1" presStyleCnt="4"/>
      <dgm:spPr/>
    </dgm:pt>
    <dgm:pt modelId="{2F127F2E-BF12-4492-97C0-E5BAE924046B}" type="pres">
      <dgm:prSet presAssocID="{FAE27D05-1100-4424-871E-94E50A5C6E0D}" presName="parentText" presStyleLbl="node1" presStyleIdx="2" presStyleCnt="4">
        <dgm:presLayoutVars>
          <dgm:chMax val="0"/>
          <dgm:bulletEnabled val="1"/>
        </dgm:presLayoutVars>
      </dgm:prSet>
      <dgm:spPr/>
    </dgm:pt>
    <dgm:pt modelId="{90ADBD50-6D7B-4E25-AB73-E02816A46D03}" type="pres">
      <dgm:prSet presAssocID="{FAE27D05-1100-4424-871E-94E50A5C6E0D}" presName="negativeSpace" presStyleCnt="0"/>
      <dgm:spPr/>
    </dgm:pt>
    <dgm:pt modelId="{AAFFFB95-7431-42A3-93B7-50B28A7CD8ED}" type="pres">
      <dgm:prSet presAssocID="{FAE27D05-1100-4424-871E-94E50A5C6E0D}" presName="childText" presStyleLbl="conFgAcc1" presStyleIdx="2" presStyleCnt="4">
        <dgm:presLayoutVars>
          <dgm:bulletEnabled val="1"/>
        </dgm:presLayoutVars>
      </dgm:prSet>
      <dgm:spPr/>
    </dgm:pt>
    <dgm:pt modelId="{50EBAFF9-A4D5-4697-8A9F-09E3D4759652}" type="pres">
      <dgm:prSet presAssocID="{A724F5BD-0A0D-4043-A16D-DB993648BD47}" presName="spaceBetweenRectangles" presStyleCnt="0"/>
      <dgm:spPr/>
    </dgm:pt>
    <dgm:pt modelId="{76F712EB-3E1F-4609-9393-74809B54318E}" type="pres">
      <dgm:prSet presAssocID="{7F4E1A51-BA6C-4620-BB35-05DBE7980DE9}" presName="parentLin" presStyleCnt="0"/>
      <dgm:spPr/>
    </dgm:pt>
    <dgm:pt modelId="{F00509F4-EBD5-41DA-BC05-C331B5448C04}" type="pres">
      <dgm:prSet presAssocID="{7F4E1A51-BA6C-4620-BB35-05DBE7980DE9}" presName="parentLeftMargin" presStyleLbl="node1" presStyleIdx="2" presStyleCnt="4"/>
      <dgm:spPr/>
    </dgm:pt>
    <dgm:pt modelId="{4C40A91B-968E-4F3B-B3E5-3544E129362C}" type="pres">
      <dgm:prSet presAssocID="{7F4E1A51-BA6C-4620-BB35-05DBE7980DE9}" presName="parentText" presStyleLbl="node1" presStyleIdx="3" presStyleCnt="4">
        <dgm:presLayoutVars>
          <dgm:chMax val="0"/>
          <dgm:bulletEnabled val="1"/>
        </dgm:presLayoutVars>
      </dgm:prSet>
      <dgm:spPr/>
    </dgm:pt>
    <dgm:pt modelId="{EC02DFFF-1EFC-43F0-B96C-22D1D7D60BBE}" type="pres">
      <dgm:prSet presAssocID="{7F4E1A51-BA6C-4620-BB35-05DBE7980DE9}" presName="negativeSpace" presStyleCnt="0"/>
      <dgm:spPr/>
    </dgm:pt>
    <dgm:pt modelId="{66B7DA8F-D87A-4BDF-AEDD-F2A98DFAB7C2}" type="pres">
      <dgm:prSet presAssocID="{7F4E1A51-BA6C-4620-BB35-05DBE7980DE9}" presName="childText" presStyleLbl="conFgAcc1" presStyleIdx="3" presStyleCnt="4">
        <dgm:presLayoutVars>
          <dgm:bulletEnabled val="1"/>
        </dgm:presLayoutVars>
      </dgm:prSet>
      <dgm:spPr/>
    </dgm:pt>
  </dgm:ptLst>
  <dgm:cxnLst>
    <dgm:cxn modelId="{17EA8C39-578D-4F11-8B01-A49B3C51ECA5}" srcId="{0E78EAB2-F86B-48D1-9FA6-832932D4D988}" destId="{E16DEE68-1B72-4E05-9EF5-AF7A0701BCE7}" srcOrd="0" destOrd="0" parTransId="{F386E99D-6812-4F0C-BA05-7CE5648B9FC2}" sibTransId="{03761D49-47C6-4295-8522-E083F3D2A24B}"/>
    <dgm:cxn modelId="{49A45B5F-0B08-4EEA-A291-ED2A2F6BC9FB}" srcId="{0E78EAB2-F86B-48D1-9FA6-832932D4D988}" destId="{F03B5AFB-6DA8-4DA7-AD2A-C732B20E077E}" srcOrd="1" destOrd="0" parTransId="{5C35C357-BA26-417D-A39E-1D8B2613E8A5}" sibTransId="{9C5FD9A2-0189-40D4-9B92-72D3B3CF138A}"/>
    <dgm:cxn modelId="{36AFAE64-C353-43F9-8A80-4AFE2C58BF65}" type="presOf" srcId="{7F4E1A51-BA6C-4620-BB35-05DBE7980DE9}" destId="{F00509F4-EBD5-41DA-BC05-C331B5448C04}" srcOrd="0" destOrd="0" presId="urn:microsoft.com/office/officeart/2005/8/layout/list1"/>
    <dgm:cxn modelId="{71712165-E381-4D5A-B26D-629EE9EEA0A6}" type="presOf" srcId="{E16DEE68-1B72-4E05-9EF5-AF7A0701BCE7}" destId="{BC3AC621-EA82-4AC5-9AFB-B64C3836A23F}" srcOrd="0" destOrd="0" presId="urn:microsoft.com/office/officeart/2005/8/layout/list1"/>
    <dgm:cxn modelId="{181E0148-7CF6-464E-AE5E-506C1F462838}" type="presOf" srcId="{E16DEE68-1B72-4E05-9EF5-AF7A0701BCE7}" destId="{D35DDD83-4E06-44B7-B58B-29D9B572E410}" srcOrd="1" destOrd="0" presId="urn:microsoft.com/office/officeart/2005/8/layout/list1"/>
    <dgm:cxn modelId="{7DF46B84-45D6-4DD5-B618-0D3E83E18463}" srcId="{0E78EAB2-F86B-48D1-9FA6-832932D4D988}" destId="{7F4E1A51-BA6C-4620-BB35-05DBE7980DE9}" srcOrd="3" destOrd="0" parTransId="{0F8064B9-3AEC-4737-BF14-E258F0400115}" sibTransId="{D2CD6140-4228-4D82-A119-C2FD9405C8A6}"/>
    <dgm:cxn modelId="{9A93EA9A-EE3E-4F0A-AAA9-00FFE777EF84}" type="presOf" srcId="{0E78EAB2-F86B-48D1-9FA6-832932D4D988}" destId="{6EFEF79C-2C69-4312-8F6A-FD4C40E0EF41}" srcOrd="0" destOrd="0" presId="urn:microsoft.com/office/officeart/2005/8/layout/list1"/>
    <dgm:cxn modelId="{A6F524B9-E3E7-415E-A0EB-26F457A61D09}" type="presOf" srcId="{F03B5AFB-6DA8-4DA7-AD2A-C732B20E077E}" destId="{66D2306B-A891-4BD9-9004-F89EB93570C6}" srcOrd="1" destOrd="0" presId="urn:microsoft.com/office/officeart/2005/8/layout/list1"/>
    <dgm:cxn modelId="{A165C7C4-1B98-46C7-933D-177E50790871}" srcId="{0E78EAB2-F86B-48D1-9FA6-832932D4D988}" destId="{FAE27D05-1100-4424-871E-94E50A5C6E0D}" srcOrd="2" destOrd="0" parTransId="{9325020D-DA7A-4804-8E5A-295935CF35E2}" sibTransId="{A724F5BD-0A0D-4043-A16D-DB993648BD47}"/>
    <dgm:cxn modelId="{2F64D0E0-5DE5-4A63-A27E-634B8A052583}" type="presOf" srcId="{F03B5AFB-6DA8-4DA7-AD2A-C732B20E077E}" destId="{EF3B5062-3997-443C-AE12-CB016F2C7074}" srcOrd="0" destOrd="0" presId="urn:microsoft.com/office/officeart/2005/8/layout/list1"/>
    <dgm:cxn modelId="{AE73F4F4-9340-4BD7-BFE9-6F92C025D436}" type="presOf" srcId="{FAE27D05-1100-4424-871E-94E50A5C6E0D}" destId="{F37A0571-7449-4E53-9749-78478BD63530}" srcOrd="0" destOrd="0" presId="urn:microsoft.com/office/officeart/2005/8/layout/list1"/>
    <dgm:cxn modelId="{FD238CF7-5E73-4D1D-BC3F-62D47B91B60E}" type="presOf" srcId="{7F4E1A51-BA6C-4620-BB35-05DBE7980DE9}" destId="{4C40A91B-968E-4F3B-B3E5-3544E129362C}" srcOrd="1" destOrd="0" presId="urn:microsoft.com/office/officeart/2005/8/layout/list1"/>
    <dgm:cxn modelId="{25D5DDFF-8E57-4256-B2A5-5F9487EE52B0}" type="presOf" srcId="{FAE27D05-1100-4424-871E-94E50A5C6E0D}" destId="{2F127F2E-BF12-4492-97C0-E5BAE924046B}" srcOrd="1" destOrd="0" presId="urn:microsoft.com/office/officeart/2005/8/layout/list1"/>
    <dgm:cxn modelId="{D6D3685F-1096-4018-ACCD-5A6DD21DBC71}" type="presParOf" srcId="{6EFEF79C-2C69-4312-8F6A-FD4C40E0EF41}" destId="{BE2A3AF7-FA11-40E8-8DBB-2CE35749D65F}" srcOrd="0" destOrd="0" presId="urn:microsoft.com/office/officeart/2005/8/layout/list1"/>
    <dgm:cxn modelId="{49B1C453-D02B-467F-AEB5-CA036128166B}" type="presParOf" srcId="{BE2A3AF7-FA11-40E8-8DBB-2CE35749D65F}" destId="{BC3AC621-EA82-4AC5-9AFB-B64C3836A23F}" srcOrd="0" destOrd="0" presId="urn:microsoft.com/office/officeart/2005/8/layout/list1"/>
    <dgm:cxn modelId="{DC85337C-CAB0-4D4D-8D84-66EE7719F1A2}" type="presParOf" srcId="{BE2A3AF7-FA11-40E8-8DBB-2CE35749D65F}" destId="{D35DDD83-4E06-44B7-B58B-29D9B572E410}" srcOrd="1" destOrd="0" presId="urn:microsoft.com/office/officeart/2005/8/layout/list1"/>
    <dgm:cxn modelId="{733C85FA-02EA-4E4D-AC2A-2E6CF58CD491}" type="presParOf" srcId="{6EFEF79C-2C69-4312-8F6A-FD4C40E0EF41}" destId="{9BB3F559-4EB0-4B69-B197-CF1A96673D21}" srcOrd="1" destOrd="0" presId="urn:microsoft.com/office/officeart/2005/8/layout/list1"/>
    <dgm:cxn modelId="{E771C6A6-8C92-4D8D-947D-0EB5C743DE96}" type="presParOf" srcId="{6EFEF79C-2C69-4312-8F6A-FD4C40E0EF41}" destId="{2E41595A-52DA-431B-84EF-CF2AF786802C}" srcOrd="2" destOrd="0" presId="urn:microsoft.com/office/officeart/2005/8/layout/list1"/>
    <dgm:cxn modelId="{7AD10952-FF6E-4FED-872B-1425A7496AB3}" type="presParOf" srcId="{6EFEF79C-2C69-4312-8F6A-FD4C40E0EF41}" destId="{7442F15A-768E-48D4-8D17-78602E774FB9}" srcOrd="3" destOrd="0" presId="urn:microsoft.com/office/officeart/2005/8/layout/list1"/>
    <dgm:cxn modelId="{B573123D-4644-4CC8-9AB3-C1ABBD4EFB4A}" type="presParOf" srcId="{6EFEF79C-2C69-4312-8F6A-FD4C40E0EF41}" destId="{045CC732-0E85-46B7-8456-DE9EF9DB699C}" srcOrd="4" destOrd="0" presId="urn:microsoft.com/office/officeart/2005/8/layout/list1"/>
    <dgm:cxn modelId="{AC43BFA2-F6CB-4C8F-852A-EDBF5C38FF78}" type="presParOf" srcId="{045CC732-0E85-46B7-8456-DE9EF9DB699C}" destId="{EF3B5062-3997-443C-AE12-CB016F2C7074}" srcOrd="0" destOrd="0" presId="urn:microsoft.com/office/officeart/2005/8/layout/list1"/>
    <dgm:cxn modelId="{B3E116C6-75CF-44FA-8C13-A2AA8EAC09BC}" type="presParOf" srcId="{045CC732-0E85-46B7-8456-DE9EF9DB699C}" destId="{66D2306B-A891-4BD9-9004-F89EB93570C6}" srcOrd="1" destOrd="0" presId="urn:microsoft.com/office/officeart/2005/8/layout/list1"/>
    <dgm:cxn modelId="{99D955A5-0DF3-4BDC-91AC-BACE72EE00EE}" type="presParOf" srcId="{6EFEF79C-2C69-4312-8F6A-FD4C40E0EF41}" destId="{84A8CCBC-D9BB-42A6-9AB8-0AF79312F19D}" srcOrd="5" destOrd="0" presId="urn:microsoft.com/office/officeart/2005/8/layout/list1"/>
    <dgm:cxn modelId="{93C19BEA-3480-4E1C-93B2-3CB5CD4F065E}" type="presParOf" srcId="{6EFEF79C-2C69-4312-8F6A-FD4C40E0EF41}" destId="{63A0C169-53C3-47D3-BCF9-F0E1783A7F53}" srcOrd="6" destOrd="0" presId="urn:microsoft.com/office/officeart/2005/8/layout/list1"/>
    <dgm:cxn modelId="{FCD39390-D2E5-4EF2-9F8B-DED883D0D054}" type="presParOf" srcId="{6EFEF79C-2C69-4312-8F6A-FD4C40E0EF41}" destId="{148636CF-B24C-480E-A1D8-14A2BB8D855A}" srcOrd="7" destOrd="0" presId="urn:microsoft.com/office/officeart/2005/8/layout/list1"/>
    <dgm:cxn modelId="{0D74E006-AA09-4880-A0BE-C9BE54389EFC}" type="presParOf" srcId="{6EFEF79C-2C69-4312-8F6A-FD4C40E0EF41}" destId="{EAAFE593-6070-43EF-8677-088F78A14D9F}" srcOrd="8" destOrd="0" presId="urn:microsoft.com/office/officeart/2005/8/layout/list1"/>
    <dgm:cxn modelId="{A09F7F9F-A976-4B0C-8517-56349BB6F459}" type="presParOf" srcId="{EAAFE593-6070-43EF-8677-088F78A14D9F}" destId="{F37A0571-7449-4E53-9749-78478BD63530}" srcOrd="0" destOrd="0" presId="urn:microsoft.com/office/officeart/2005/8/layout/list1"/>
    <dgm:cxn modelId="{0FECB266-C902-4E2D-B50E-7B16854CE479}" type="presParOf" srcId="{EAAFE593-6070-43EF-8677-088F78A14D9F}" destId="{2F127F2E-BF12-4492-97C0-E5BAE924046B}" srcOrd="1" destOrd="0" presId="urn:microsoft.com/office/officeart/2005/8/layout/list1"/>
    <dgm:cxn modelId="{BC67B4C6-4952-4A5D-8450-FA4AF5700508}" type="presParOf" srcId="{6EFEF79C-2C69-4312-8F6A-FD4C40E0EF41}" destId="{90ADBD50-6D7B-4E25-AB73-E02816A46D03}" srcOrd="9" destOrd="0" presId="urn:microsoft.com/office/officeart/2005/8/layout/list1"/>
    <dgm:cxn modelId="{8780AC0F-C139-45EA-B5A4-644C97178671}" type="presParOf" srcId="{6EFEF79C-2C69-4312-8F6A-FD4C40E0EF41}" destId="{AAFFFB95-7431-42A3-93B7-50B28A7CD8ED}" srcOrd="10" destOrd="0" presId="urn:microsoft.com/office/officeart/2005/8/layout/list1"/>
    <dgm:cxn modelId="{9DC637B0-F5A7-4425-8DE7-ECFAECFF6118}" type="presParOf" srcId="{6EFEF79C-2C69-4312-8F6A-FD4C40E0EF41}" destId="{50EBAFF9-A4D5-4697-8A9F-09E3D4759652}" srcOrd="11" destOrd="0" presId="urn:microsoft.com/office/officeart/2005/8/layout/list1"/>
    <dgm:cxn modelId="{571C9258-CBB6-430C-B802-A5BD7D9DC466}" type="presParOf" srcId="{6EFEF79C-2C69-4312-8F6A-FD4C40E0EF41}" destId="{76F712EB-3E1F-4609-9393-74809B54318E}" srcOrd="12" destOrd="0" presId="urn:microsoft.com/office/officeart/2005/8/layout/list1"/>
    <dgm:cxn modelId="{140E5887-5476-48F6-9FD4-34CE498839E1}" type="presParOf" srcId="{76F712EB-3E1F-4609-9393-74809B54318E}" destId="{F00509F4-EBD5-41DA-BC05-C331B5448C04}" srcOrd="0" destOrd="0" presId="urn:microsoft.com/office/officeart/2005/8/layout/list1"/>
    <dgm:cxn modelId="{AA2D7279-7512-4B2E-A682-BA277809EF1F}" type="presParOf" srcId="{76F712EB-3E1F-4609-9393-74809B54318E}" destId="{4C40A91B-968E-4F3B-B3E5-3544E129362C}" srcOrd="1" destOrd="0" presId="urn:microsoft.com/office/officeart/2005/8/layout/list1"/>
    <dgm:cxn modelId="{81FB3DBE-1FB8-4AF3-A0E1-741EE6B50AA9}" type="presParOf" srcId="{6EFEF79C-2C69-4312-8F6A-FD4C40E0EF41}" destId="{EC02DFFF-1EFC-43F0-B96C-22D1D7D60BBE}" srcOrd="13" destOrd="0" presId="urn:microsoft.com/office/officeart/2005/8/layout/list1"/>
    <dgm:cxn modelId="{1B3956F1-7C4D-4D10-BB97-F4B5A4F866C0}" type="presParOf" srcId="{6EFEF79C-2C69-4312-8F6A-FD4C40E0EF41}" destId="{66B7DA8F-D87A-4BDF-AEDD-F2A98DFAB7C2}" srcOrd="14"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310F2811-A9EE-42C4-8836-741F8E336482}" type="doc">
      <dgm:prSet loTypeId="urn:microsoft.com/office/officeart/2005/8/layout/cycle3" loCatId="cycle" qsTypeId="urn:microsoft.com/office/officeart/2005/8/quickstyle/simple1" qsCatId="simple" csTypeId="urn:microsoft.com/office/officeart/2005/8/colors/colorful1" csCatId="colorful"/>
      <dgm:spPr/>
      <dgm:t>
        <a:bodyPr/>
        <a:lstStyle/>
        <a:p>
          <a:endParaRPr lang="en-US"/>
        </a:p>
      </dgm:t>
    </dgm:pt>
    <dgm:pt modelId="{C3D9EEB1-FD0A-4266-AA3A-0469C4B0077F}">
      <dgm:prSet/>
      <dgm:spPr/>
      <dgm:t>
        <a:bodyPr/>
        <a:lstStyle/>
        <a:p>
          <a:r>
            <a:rPr lang="en-US"/>
            <a:t>CRUD Routes:</a:t>
          </a:r>
        </a:p>
      </dgm:t>
    </dgm:pt>
    <dgm:pt modelId="{3AF2FDDF-F38B-479C-BE62-ABFE29DCB7E5}" type="parTrans" cxnId="{8D6698AD-1140-48CB-BC4A-AB163970F93C}">
      <dgm:prSet/>
      <dgm:spPr/>
      <dgm:t>
        <a:bodyPr/>
        <a:lstStyle/>
        <a:p>
          <a:endParaRPr lang="en-US"/>
        </a:p>
      </dgm:t>
    </dgm:pt>
    <dgm:pt modelId="{FA8C8BDF-42CD-4439-B988-56542466C359}" type="sibTrans" cxnId="{8D6698AD-1140-48CB-BC4A-AB163970F93C}">
      <dgm:prSet/>
      <dgm:spPr/>
      <dgm:t>
        <a:bodyPr/>
        <a:lstStyle/>
        <a:p>
          <a:endParaRPr lang="en-US"/>
        </a:p>
      </dgm:t>
    </dgm:pt>
    <dgm:pt modelId="{9BAD0E3F-C7F4-4728-8F13-E02303319B0D}">
      <dgm:prSet/>
      <dgm:spPr/>
      <dgm:t>
        <a:bodyPr/>
        <a:lstStyle/>
        <a:p>
          <a:r>
            <a:rPr lang="en-US"/>
            <a:t>• POST /login</a:t>
          </a:r>
        </a:p>
      </dgm:t>
    </dgm:pt>
    <dgm:pt modelId="{7FAB5712-6599-4C9D-BB24-CC0D769F3436}" type="parTrans" cxnId="{64FABBFF-345A-42F7-A994-E4A75887AA01}">
      <dgm:prSet/>
      <dgm:spPr/>
      <dgm:t>
        <a:bodyPr/>
        <a:lstStyle/>
        <a:p>
          <a:endParaRPr lang="en-US"/>
        </a:p>
      </dgm:t>
    </dgm:pt>
    <dgm:pt modelId="{A3859472-4F29-4FD3-8041-40DA723A1BC0}" type="sibTrans" cxnId="{64FABBFF-345A-42F7-A994-E4A75887AA01}">
      <dgm:prSet/>
      <dgm:spPr/>
      <dgm:t>
        <a:bodyPr/>
        <a:lstStyle/>
        <a:p>
          <a:endParaRPr lang="en-US"/>
        </a:p>
      </dgm:t>
    </dgm:pt>
    <dgm:pt modelId="{46071FE1-E48B-46F1-8BE9-6233E70357DB}">
      <dgm:prSet/>
      <dgm:spPr/>
      <dgm:t>
        <a:bodyPr/>
        <a:lstStyle/>
        <a:p>
          <a:r>
            <a:rPr lang="en-US"/>
            <a:t>• GET /transactions</a:t>
          </a:r>
        </a:p>
      </dgm:t>
    </dgm:pt>
    <dgm:pt modelId="{FED2CA4F-420E-47E8-A15C-54B1124E11F0}" type="parTrans" cxnId="{9BF09C11-007F-4BAB-8C38-EB0755B6BFC9}">
      <dgm:prSet/>
      <dgm:spPr/>
      <dgm:t>
        <a:bodyPr/>
        <a:lstStyle/>
        <a:p>
          <a:endParaRPr lang="en-US"/>
        </a:p>
      </dgm:t>
    </dgm:pt>
    <dgm:pt modelId="{A060C44A-8896-4F05-BA93-D6F25767CD61}" type="sibTrans" cxnId="{9BF09C11-007F-4BAB-8C38-EB0755B6BFC9}">
      <dgm:prSet/>
      <dgm:spPr/>
      <dgm:t>
        <a:bodyPr/>
        <a:lstStyle/>
        <a:p>
          <a:endParaRPr lang="en-US"/>
        </a:p>
      </dgm:t>
    </dgm:pt>
    <dgm:pt modelId="{C6F16C7B-09BA-4462-AEBF-65A321EF42EE}">
      <dgm:prSet/>
      <dgm:spPr/>
      <dgm:t>
        <a:bodyPr/>
        <a:lstStyle/>
        <a:p>
          <a:r>
            <a:rPr lang="en-US"/>
            <a:t>• POST /transactions</a:t>
          </a:r>
        </a:p>
      </dgm:t>
    </dgm:pt>
    <dgm:pt modelId="{EEF198BB-890D-446E-94E6-0843B3B30326}" type="parTrans" cxnId="{3B1DE05F-B3C2-4295-A948-1DEF6188CCF1}">
      <dgm:prSet/>
      <dgm:spPr/>
      <dgm:t>
        <a:bodyPr/>
        <a:lstStyle/>
        <a:p>
          <a:endParaRPr lang="en-US"/>
        </a:p>
      </dgm:t>
    </dgm:pt>
    <dgm:pt modelId="{E6EF03C8-2905-4CFB-911E-93327BDBD0AF}" type="sibTrans" cxnId="{3B1DE05F-B3C2-4295-A948-1DEF6188CCF1}">
      <dgm:prSet/>
      <dgm:spPr/>
      <dgm:t>
        <a:bodyPr/>
        <a:lstStyle/>
        <a:p>
          <a:endParaRPr lang="en-US"/>
        </a:p>
      </dgm:t>
    </dgm:pt>
    <dgm:pt modelId="{F6732D40-DD08-4683-B979-36A17151D21C}">
      <dgm:prSet/>
      <dgm:spPr/>
      <dgm:t>
        <a:bodyPr/>
        <a:lstStyle/>
        <a:p>
          <a:r>
            <a:rPr lang="en-US"/>
            <a:t>• PUT /transactions/:id</a:t>
          </a:r>
        </a:p>
      </dgm:t>
    </dgm:pt>
    <dgm:pt modelId="{CCE36E4C-8168-4C09-B904-F7025832DDCA}" type="parTrans" cxnId="{CB999E27-4EFD-42EE-ADDC-F73364758096}">
      <dgm:prSet/>
      <dgm:spPr/>
      <dgm:t>
        <a:bodyPr/>
        <a:lstStyle/>
        <a:p>
          <a:endParaRPr lang="en-US"/>
        </a:p>
      </dgm:t>
    </dgm:pt>
    <dgm:pt modelId="{2BF88CF6-A4C1-4144-9014-15E1A8791412}" type="sibTrans" cxnId="{CB999E27-4EFD-42EE-ADDC-F73364758096}">
      <dgm:prSet/>
      <dgm:spPr/>
      <dgm:t>
        <a:bodyPr/>
        <a:lstStyle/>
        <a:p>
          <a:endParaRPr lang="en-US"/>
        </a:p>
      </dgm:t>
    </dgm:pt>
    <dgm:pt modelId="{633163D4-2CAE-4A42-BD94-C376C892A1AE}">
      <dgm:prSet/>
      <dgm:spPr/>
      <dgm:t>
        <a:bodyPr/>
        <a:lstStyle/>
        <a:p>
          <a:r>
            <a:rPr lang="en-US"/>
            <a:t>• DELETE /transactions/:id</a:t>
          </a:r>
        </a:p>
      </dgm:t>
    </dgm:pt>
    <dgm:pt modelId="{23CF1D91-73F7-4505-B8B3-09E7A5C50DBD}" type="parTrans" cxnId="{2156A2E1-52CC-4DA7-A587-EDA4B429BC82}">
      <dgm:prSet/>
      <dgm:spPr/>
      <dgm:t>
        <a:bodyPr/>
        <a:lstStyle/>
        <a:p>
          <a:endParaRPr lang="en-US"/>
        </a:p>
      </dgm:t>
    </dgm:pt>
    <dgm:pt modelId="{A24B184A-AAC3-4F65-8149-896F708522B0}" type="sibTrans" cxnId="{2156A2E1-52CC-4DA7-A587-EDA4B429BC82}">
      <dgm:prSet/>
      <dgm:spPr/>
      <dgm:t>
        <a:bodyPr/>
        <a:lstStyle/>
        <a:p>
          <a:endParaRPr lang="en-US"/>
        </a:p>
      </dgm:t>
    </dgm:pt>
    <dgm:pt modelId="{A3B8AFAE-9616-4E1E-BB9D-A6B81768EE8C}">
      <dgm:prSet/>
      <dgm:spPr/>
      <dgm:t>
        <a:bodyPr/>
        <a:lstStyle/>
        <a:p>
          <a:r>
            <a:rPr lang="en-US"/>
            <a:t>Includes validation + error handling.</a:t>
          </a:r>
        </a:p>
      </dgm:t>
    </dgm:pt>
    <dgm:pt modelId="{1B558FE2-ED1A-4D4B-BA0B-64337E46373C}" type="parTrans" cxnId="{CA3C896B-DF44-4118-8D95-68C89F9A189E}">
      <dgm:prSet/>
      <dgm:spPr/>
      <dgm:t>
        <a:bodyPr/>
        <a:lstStyle/>
        <a:p>
          <a:endParaRPr lang="en-US"/>
        </a:p>
      </dgm:t>
    </dgm:pt>
    <dgm:pt modelId="{9A8FA26E-D131-44D8-B48B-5E575C4C7501}" type="sibTrans" cxnId="{CA3C896B-DF44-4118-8D95-68C89F9A189E}">
      <dgm:prSet/>
      <dgm:spPr/>
      <dgm:t>
        <a:bodyPr/>
        <a:lstStyle/>
        <a:p>
          <a:endParaRPr lang="en-US"/>
        </a:p>
      </dgm:t>
    </dgm:pt>
    <dgm:pt modelId="{165F0B1B-6432-441C-9C0F-A5B8E13CACA7}" type="pres">
      <dgm:prSet presAssocID="{310F2811-A9EE-42C4-8836-741F8E336482}" presName="Name0" presStyleCnt="0">
        <dgm:presLayoutVars>
          <dgm:dir/>
          <dgm:resizeHandles val="exact"/>
        </dgm:presLayoutVars>
      </dgm:prSet>
      <dgm:spPr/>
    </dgm:pt>
    <dgm:pt modelId="{A0EE7F9D-C575-49FA-904F-5FC0CCF29F45}" type="pres">
      <dgm:prSet presAssocID="{310F2811-A9EE-42C4-8836-741F8E336482}" presName="cycle" presStyleCnt="0"/>
      <dgm:spPr/>
    </dgm:pt>
    <dgm:pt modelId="{17B95A85-2B81-496C-AB37-2CE5D3F472C2}" type="pres">
      <dgm:prSet presAssocID="{C3D9EEB1-FD0A-4266-AA3A-0469C4B0077F}" presName="nodeFirstNode" presStyleLbl="node1" presStyleIdx="0" presStyleCnt="7">
        <dgm:presLayoutVars>
          <dgm:bulletEnabled val="1"/>
        </dgm:presLayoutVars>
      </dgm:prSet>
      <dgm:spPr/>
    </dgm:pt>
    <dgm:pt modelId="{78A1339C-02C0-4826-8DE2-4B4D80131E48}" type="pres">
      <dgm:prSet presAssocID="{FA8C8BDF-42CD-4439-B988-56542466C359}" presName="sibTransFirstNode" presStyleLbl="bgShp" presStyleIdx="0" presStyleCnt="1"/>
      <dgm:spPr/>
    </dgm:pt>
    <dgm:pt modelId="{6B9688FA-6C0E-4080-8822-285A8762F395}" type="pres">
      <dgm:prSet presAssocID="{9BAD0E3F-C7F4-4728-8F13-E02303319B0D}" presName="nodeFollowingNodes" presStyleLbl="node1" presStyleIdx="1" presStyleCnt="7">
        <dgm:presLayoutVars>
          <dgm:bulletEnabled val="1"/>
        </dgm:presLayoutVars>
      </dgm:prSet>
      <dgm:spPr/>
    </dgm:pt>
    <dgm:pt modelId="{0E6E695A-E733-4AF8-9E60-4B324D44E2F3}" type="pres">
      <dgm:prSet presAssocID="{46071FE1-E48B-46F1-8BE9-6233E70357DB}" presName="nodeFollowingNodes" presStyleLbl="node1" presStyleIdx="2" presStyleCnt="7">
        <dgm:presLayoutVars>
          <dgm:bulletEnabled val="1"/>
        </dgm:presLayoutVars>
      </dgm:prSet>
      <dgm:spPr/>
    </dgm:pt>
    <dgm:pt modelId="{F8BDABB1-3CDC-4ADF-B179-267E2402D0D8}" type="pres">
      <dgm:prSet presAssocID="{C6F16C7B-09BA-4462-AEBF-65A321EF42EE}" presName="nodeFollowingNodes" presStyleLbl="node1" presStyleIdx="3" presStyleCnt="7">
        <dgm:presLayoutVars>
          <dgm:bulletEnabled val="1"/>
        </dgm:presLayoutVars>
      </dgm:prSet>
      <dgm:spPr/>
    </dgm:pt>
    <dgm:pt modelId="{448A53CD-0E47-4F7B-BBB8-940793BFBB12}" type="pres">
      <dgm:prSet presAssocID="{F6732D40-DD08-4683-B979-36A17151D21C}" presName="nodeFollowingNodes" presStyleLbl="node1" presStyleIdx="4" presStyleCnt="7">
        <dgm:presLayoutVars>
          <dgm:bulletEnabled val="1"/>
        </dgm:presLayoutVars>
      </dgm:prSet>
      <dgm:spPr/>
    </dgm:pt>
    <dgm:pt modelId="{49AFC3BE-C364-49BD-816C-FF079F9A0A64}" type="pres">
      <dgm:prSet presAssocID="{633163D4-2CAE-4A42-BD94-C376C892A1AE}" presName="nodeFollowingNodes" presStyleLbl="node1" presStyleIdx="5" presStyleCnt="7">
        <dgm:presLayoutVars>
          <dgm:bulletEnabled val="1"/>
        </dgm:presLayoutVars>
      </dgm:prSet>
      <dgm:spPr/>
    </dgm:pt>
    <dgm:pt modelId="{142E1169-D374-4E92-A7EE-68566CFA41A8}" type="pres">
      <dgm:prSet presAssocID="{A3B8AFAE-9616-4E1E-BB9D-A6B81768EE8C}" presName="nodeFollowingNodes" presStyleLbl="node1" presStyleIdx="6" presStyleCnt="7">
        <dgm:presLayoutVars>
          <dgm:bulletEnabled val="1"/>
        </dgm:presLayoutVars>
      </dgm:prSet>
      <dgm:spPr/>
    </dgm:pt>
  </dgm:ptLst>
  <dgm:cxnLst>
    <dgm:cxn modelId="{ACA76903-0D01-43A0-A232-88EDE66A41EE}" type="presOf" srcId="{F6732D40-DD08-4683-B979-36A17151D21C}" destId="{448A53CD-0E47-4F7B-BBB8-940793BFBB12}" srcOrd="0" destOrd="0" presId="urn:microsoft.com/office/officeart/2005/8/layout/cycle3"/>
    <dgm:cxn modelId="{9BF09C11-007F-4BAB-8C38-EB0755B6BFC9}" srcId="{310F2811-A9EE-42C4-8836-741F8E336482}" destId="{46071FE1-E48B-46F1-8BE9-6233E70357DB}" srcOrd="2" destOrd="0" parTransId="{FED2CA4F-420E-47E8-A15C-54B1124E11F0}" sibTransId="{A060C44A-8896-4F05-BA93-D6F25767CD61}"/>
    <dgm:cxn modelId="{699C0024-CE62-45D8-A8E9-474E77637A93}" type="presOf" srcId="{A3B8AFAE-9616-4E1E-BB9D-A6B81768EE8C}" destId="{142E1169-D374-4E92-A7EE-68566CFA41A8}" srcOrd="0" destOrd="0" presId="urn:microsoft.com/office/officeart/2005/8/layout/cycle3"/>
    <dgm:cxn modelId="{CB999E27-4EFD-42EE-ADDC-F73364758096}" srcId="{310F2811-A9EE-42C4-8836-741F8E336482}" destId="{F6732D40-DD08-4683-B979-36A17151D21C}" srcOrd="4" destOrd="0" parTransId="{CCE36E4C-8168-4C09-B904-F7025832DDCA}" sibTransId="{2BF88CF6-A4C1-4144-9014-15E1A8791412}"/>
    <dgm:cxn modelId="{8CD1AB32-718F-4B54-BCD5-AED5570E46FB}" type="presOf" srcId="{C3D9EEB1-FD0A-4266-AA3A-0469C4B0077F}" destId="{17B95A85-2B81-496C-AB37-2CE5D3F472C2}" srcOrd="0" destOrd="0" presId="urn:microsoft.com/office/officeart/2005/8/layout/cycle3"/>
    <dgm:cxn modelId="{3D529E5C-3205-4635-BC98-78C810F214A4}" type="presOf" srcId="{46071FE1-E48B-46F1-8BE9-6233E70357DB}" destId="{0E6E695A-E733-4AF8-9E60-4B324D44E2F3}" srcOrd="0" destOrd="0" presId="urn:microsoft.com/office/officeart/2005/8/layout/cycle3"/>
    <dgm:cxn modelId="{3B1DE05F-B3C2-4295-A948-1DEF6188CCF1}" srcId="{310F2811-A9EE-42C4-8836-741F8E336482}" destId="{C6F16C7B-09BA-4462-AEBF-65A321EF42EE}" srcOrd="3" destOrd="0" parTransId="{EEF198BB-890D-446E-94E6-0843B3B30326}" sibTransId="{E6EF03C8-2905-4CFB-911E-93327BDBD0AF}"/>
    <dgm:cxn modelId="{51F70F60-B237-4B30-A043-93896DEFAFDF}" type="presOf" srcId="{633163D4-2CAE-4A42-BD94-C376C892A1AE}" destId="{49AFC3BE-C364-49BD-816C-FF079F9A0A64}" srcOrd="0" destOrd="0" presId="urn:microsoft.com/office/officeart/2005/8/layout/cycle3"/>
    <dgm:cxn modelId="{90A29464-AA91-4DD9-BD1A-77AC6489F221}" type="presOf" srcId="{9BAD0E3F-C7F4-4728-8F13-E02303319B0D}" destId="{6B9688FA-6C0E-4080-8822-285A8762F395}" srcOrd="0" destOrd="0" presId="urn:microsoft.com/office/officeart/2005/8/layout/cycle3"/>
    <dgm:cxn modelId="{CA3C896B-DF44-4118-8D95-68C89F9A189E}" srcId="{310F2811-A9EE-42C4-8836-741F8E336482}" destId="{A3B8AFAE-9616-4E1E-BB9D-A6B81768EE8C}" srcOrd="6" destOrd="0" parTransId="{1B558FE2-ED1A-4D4B-BA0B-64337E46373C}" sibTransId="{9A8FA26E-D131-44D8-B48B-5E575C4C7501}"/>
    <dgm:cxn modelId="{0C467480-0128-4BCF-BA16-B0CC225FC47B}" type="presOf" srcId="{FA8C8BDF-42CD-4439-B988-56542466C359}" destId="{78A1339C-02C0-4826-8DE2-4B4D80131E48}" srcOrd="0" destOrd="0" presId="urn:microsoft.com/office/officeart/2005/8/layout/cycle3"/>
    <dgm:cxn modelId="{CC00AF9C-4055-437E-AF5C-CCB9C977FCB8}" type="presOf" srcId="{C6F16C7B-09BA-4462-AEBF-65A321EF42EE}" destId="{F8BDABB1-3CDC-4ADF-B179-267E2402D0D8}" srcOrd="0" destOrd="0" presId="urn:microsoft.com/office/officeart/2005/8/layout/cycle3"/>
    <dgm:cxn modelId="{8D6698AD-1140-48CB-BC4A-AB163970F93C}" srcId="{310F2811-A9EE-42C4-8836-741F8E336482}" destId="{C3D9EEB1-FD0A-4266-AA3A-0469C4B0077F}" srcOrd="0" destOrd="0" parTransId="{3AF2FDDF-F38B-479C-BE62-ABFE29DCB7E5}" sibTransId="{FA8C8BDF-42CD-4439-B988-56542466C359}"/>
    <dgm:cxn modelId="{D7A319C7-951F-4F6A-9CE5-B14F465ACC80}" type="presOf" srcId="{310F2811-A9EE-42C4-8836-741F8E336482}" destId="{165F0B1B-6432-441C-9C0F-A5B8E13CACA7}" srcOrd="0" destOrd="0" presId="urn:microsoft.com/office/officeart/2005/8/layout/cycle3"/>
    <dgm:cxn modelId="{2156A2E1-52CC-4DA7-A587-EDA4B429BC82}" srcId="{310F2811-A9EE-42C4-8836-741F8E336482}" destId="{633163D4-2CAE-4A42-BD94-C376C892A1AE}" srcOrd="5" destOrd="0" parTransId="{23CF1D91-73F7-4505-B8B3-09E7A5C50DBD}" sibTransId="{A24B184A-AAC3-4F65-8149-896F708522B0}"/>
    <dgm:cxn modelId="{64FABBFF-345A-42F7-A994-E4A75887AA01}" srcId="{310F2811-A9EE-42C4-8836-741F8E336482}" destId="{9BAD0E3F-C7F4-4728-8F13-E02303319B0D}" srcOrd="1" destOrd="0" parTransId="{7FAB5712-6599-4C9D-BB24-CC0D769F3436}" sibTransId="{A3859472-4F29-4FD3-8041-40DA723A1BC0}"/>
    <dgm:cxn modelId="{53889696-4E13-42EF-8D8F-32DCDE50CEDB}" type="presParOf" srcId="{165F0B1B-6432-441C-9C0F-A5B8E13CACA7}" destId="{A0EE7F9D-C575-49FA-904F-5FC0CCF29F45}" srcOrd="0" destOrd="0" presId="urn:microsoft.com/office/officeart/2005/8/layout/cycle3"/>
    <dgm:cxn modelId="{5C27C69F-A011-4B64-8C12-C36624D624D8}" type="presParOf" srcId="{A0EE7F9D-C575-49FA-904F-5FC0CCF29F45}" destId="{17B95A85-2B81-496C-AB37-2CE5D3F472C2}" srcOrd="0" destOrd="0" presId="urn:microsoft.com/office/officeart/2005/8/layout/cycle3"/>
    <dgm:cxn modelId="{D2FBEB8F-684D-4915-8C52-EF5F302E3497}" type="presParOf" srcId="{A0EE7F9D-C575-49FA-904F-5FC0CCF29F45}" destId="{78A1339C-02C0-4826-8DE2-4B4D80131E48}" srcOrd="1" destOrd="0" presId="urn:microsoft.com/office/officeart/2005/8/layout/cycle3"/>
    <dgm:cxn modelId="{6D01CB62-CF71-472A-8E0D-F36F7340153C}" type="presParOf" srcId="{A0EE7F9D-C575-49FA-904F-5FC0CCF29F45}" destId="{6B9688FA-6C0E-4080-8822-285A8762F395}" srcOrd="2" destOrd="0" presId="urn:microsoft.com/office/officeart/2005/8/layout/cycle3"/>
    <dgm:cxn modelId="{B2466CD7-8AC1-4B3C-91FE-05380BDD6683}" type="presParOf" srcId="{A0EE7F9D-C575-49FA-904F-5FC0CCF29F45}" destId="{0E6E695A-E733-4AF8-9E60-4B324D44E2F3}" srcOrd="3" destOrd="0" presId="urn:microsoft.com/office/officeart/2005/8/layout/cycle3"/>
    <dgm:cxn modelId="{E4338222-718A-4820-B550-C40EE2C980CA}" type="presParOf" srcId="{A0EE7F9D-C575-49FA-904F-5FC0CCF29F45}" destId="{F8BDABB1-3CDC-4ADF-B179-267E2402D0D8}" srcOrd="4" destOrd="0" presId="urn:microsoft.com/office/officeart/2005/8/layout/cycle3"/>
    <dgm:cxn modelId="{0F58EEE9-EDEA-4F4B-B75E-AEC697358693}" type="presParOf" srcId="{A0EE7F9D-C575-49FA-904F-5FC0CCF29F45}" destId="{448A53CD-0E47-4F7B-BBB8-940793BFBB12}" srcOrd="5" destOrd="0" presId="urn:microsoft.com/office/officeart/2005/8/layout/cycle3"/>
    <dgm:cxn modelId="{35A34216-B3F7-49BB-A0A3-989D8919E67F}" type="presParOf" srcId="{A0EE7F9D-C575-49FA-904F-5FC0CCF29F45}" destId="{49AFC3BE-C364-49BD-816C-FF079F9A0A64}" srcOrd="6" destOrd="0" presId="urn:microsoft.com/office/officeart/2005/8/layout/cycle3"/>
    <dgm:cxn modelId="{B1501165-61AA-480F-8E04-952575B37894}" type="presParOf" srcId="{A0EE7F9D-C575-49FA-904F-5FC0CCF29F45}" destId="{142E1169-D374-4E92-A7EE-68566CFA41A8}" srcOrd="7" destOrd="0" presId="urn:microsoft.com/office/officeart/2005/8/layout/cycle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5A385DF9-7271-43E6-A3FA-BF339D4D4CC5}" type="doc">
      <dgm:prSet loTypeId="urn:microsoft.com/office/officeart/2005/8/layout/vProcess5" loCatId="process" qsTypeId="urn:microsoft.com/office/officeart/2005/8/quickstyle/simple1" qsCatId="simple" csTypeId="urn:microsoft.com/office/officeart/2005/8/colors/colorful2" csCatId="colorful"/>
      <dgm:spPr/>
      <dgm:t>
        <a:bodyPr/>
        <a:lstStyle/>
        <a:p>
          <a:endParaRPr lang="en-US"/>
        </a:p>
      </dgm:t>
    </dgm:pt>
    <dgm:pt modelId="{F125EA16-840E-4332-8687-AAD878532E24}">
      <dgm:prSet/>
      <dgm:spPr/>
      <dgm:t>
        <a:bodyPr/>
        <a:lstStyle/>
        <a:p>
          <a:r>
            <a:rPr lang="en-US"/>
            <a:t>Models:</a:t>
          </a:r>
        </a:p>
      </dgm:t>
    </dgm:pt>
    <dgm:pt modelId="{6111D9AF-516D-45E6-82AA-589C0633E201}" type="parTrans" cxnId="{657FBDC3-D3D3-4E58-A562-288C09846EDC}">
      <dgm:prSet/>
      <dgm:spPr/>
      <dgm:t>
        <a:bodyPr/>
        <a:lstStyle/>
        <a:p>
          <a:endParaRPr lang="en-US"/>
        </a:p>
      </dgm:t>
    </dgm:pt>
    <dgm:pt modelId="{0C82FA94-A2C4-43A5-8F1C-0421284BF3D6}" type="sibTrans" cxnId="{657FBDC3-D3D3-4E58-A562-288C09846EDC}">
      <dgm:prSet/>
      <dgm:spPr/>
      <dgm:t>
        <a:bodyPr/>
        <a:lstStyle/>
        <a:p>
          <a:endParaRPr lang="en-US"/>
        </a:p>
      </dgm:t>
    </dgm:pt>
    <dgm:pt modelId="{BC2BEFE1-10EE-4067-939F-AA493729E556}">
      <dgm:prSet/>
      <dgm:spPr/>
      <dgm:t>
        <a:bodyPr/>
        <a:lstStyle/>
        <a:p>
          <a:r>
            <a:rPr lang="en-US"/>
            <a:t>User → username, password, transactions</a:t>
          </a:r>
        </a:p>
      </dgm:t>
    </dgm:pt>
    <dgm:pt modelId="{E2443A0E-81FA-45DA-9418-08F60ABEC3E1}" type="parTrans" cxnId="{B7CE1AC8-8294-484D-A3E6-1DCCBC339A90}">
      <dgm:prSet/>
      <dgm:spPr/>
      <dgm:t>
        <a:bodyPr/>
        <a:lstStyle/>
        <a:p>
          <a:endParaRPr lang="en-US"/>
        </a:p>
      </dgm:t>
    </dgm:pt>
    <dgm:pt modelId="{00F299A5-DA02-40B5-AA8D-E801B8E90497}" type="sibTrans" cxnId="{B7CE1AC8-8294-484D-A3E6-1DCCBC339A90}">
      <dgm:prSet/>
      <dgm:spPr/>
      <dgm:t>
        <a:bodyPr/>
        <a:lstStyle/>
        <a:p>
          <a:endParaRPr lang="en-US"/>
        </a:p>
      </dgm:t>
    </dgm:pt>
    <dgm:pt modelId="{1F9BA367-809C-4E06-85F6-C69D2E3A5C80}">
      <dgm:prSet/>
      <dgm:spPr/>
      <dgm:t>
        <a:bodyPr/>
        <a:lstStyle/>
        <a:p>
          <a:r>
            <a:rPr lang="en-US"/>
            <a:t>Transaction → amount, category, date, description</a:t>
          </a:r>
        </a:p>
      </dgm:t>
    </dgm:pt>
    <dgm:pt modelId="{92CC5A94-4748-4AD1-9799-93C6887CAC54}" type="parTrans" cxnId="{74DA8107-2710-4D8F-B606-6369970BB4C7}">
      <dgm:prSet/>
      <dgm:spPr/>
      <dgm:t>
        <a:bodyPr/>
        <a:lstStyle/>
        <a:p>
          <a:endParaRPr lang="en-US"/>
        </a:p>
      </dgm:t>
    </dgm:pt>
    <dgm:pt modelId="{3EE2903E-5200-4092-8F70-63988A26F190}" type="sibTrans" cxnId="{74DA8107-2710-4D8F-B606-6369970BB4C7}">
      <dgm:prSet/>
      <dgm:spPr/>
      <dgm:t>
        <a:bodyPr/>
        <a:lstStyle/>
        <a:p>
          <a:endParaRPr lang="en-US"/>
        </a:p>
      </dgm:t>
    </dgm:pt>
    <dgm:pt modelId="{FF5F662B-EF6E-4843-B8D0-31D8A2242A75}">
      <dgm:prSet/>
      <dgm:spPr/>
      <dgm:t>
        <a:bodyPr/>
        <a:lstStyle/>
        <a:p>
          <a:r>
            <a:rPr lang="en-US"/>
            <a:t>Full CRUD implemented.</a:t>
          </a:r>
        </a:p>
      </dgm:t>
    </dgm:pt>
    <dgm:pt modelId="{941ABDF6-DEBC-4450-A547-5C02B0841F3E}" type="parTrans" cxnId="{BF3340D0-395A-439F-B037-89E27A2F55A9}">
      <dgm:prSet/>
      <dgm:spPr/>
      <dgm:t>
        <a:bodyPr/>
        <a:lstStyle/>
        <a:p>
          <a:endParaRPr lang="en-US"/>
        </a:p>
      </dgm:t>
    </dgm:pt>
    <dgm:pt modelId="{88FF5D73-56B1-4F82-B8BE-A079D9B202ED}" type="sibTrans" cxnId="{BF3340D0-395A-439F-B037-89E27A2F55A9}">
      <dgm:prSet/>
      <dgm:spPr/>
      <dgm:t>
        <a:bodyPr/>
        <a:lstStyle/>
        <a:p>
          <a:endParaRPr lang="en-US"/>
        </a:p>
      </dgm:t>
    </dgm:pt>
    <dgm:pt modelId="{D121852D-EA18-4334-A418-DC0BD2376ECC}" type="pres">
      <dgm:prSet presAssocID="{5A385DF9-7271-43E6-A3FA-BF339D4D4CC5}" presName="outerComposite" presStyleCnt="0">
        <dgm:presLayoutVars>
          <dgm:chMax val="5"/>
          <dgm:dir/>
          <dgm:resizeHandles val="exact"/>
        </dgm:presLayoutVars>
      </dgm:prSet>
      <dgm:spPr/>
    </dgm:pt>
    <dgm:pt modelId="{FC902A75-8B32-4822-9243-7CA3718715B6}" type="pres">
      <dgm:prSet presAssocID="{5A385DF9-7271-43E6-A3FA-BF339D4D4CC5}" presName="dummyMaxCanvas" presStyleCnt="0">
        <dgm:presLayoutVars/>
      </dgm:prSet>
      <dgm:spPr/>
    </dgm:pt>
    <dgm:pt modelId="{A7FEB8B9-8DB5-435F-A5D3-7E0351C6E1D1}" type="pres">
      <dgm:prSet presAssocID="{5A385DF9-7271-43E6-A3FA-BF339D4D4CC5}" presName="FourNodes_1" presStyleLbl="node1" presStyleIdx="0" presStyleCnt="4">
        <dgm:presLayoutVars>
          <dgm:bulletEnabled val="1"/>
        </dgm:presLayoutVars>
      </dgm:prSet>
      <dgm:spPr/>
    </dgm:pt>
    <dgm:pt modelId="{AACA99F6-9E77-41A5-A13B-9DCFA0A379B4}" type="pres">
      <dgm:prSet presAssocID="{5A385DF9-7271-43E6-A3FA-BF339D4D4CC5}" presName="FourNodes_2" presStyleLbl="node1" presStyleIdx="1" presStyleCnt="4">
        <dgm:presLayoutVars>
          <dgm:bulletEnabled val="1"/>
        </dgm:presLayoutVars>
      </dgm:prSet>
      <dgm:spPr/>
    </dgm:pt>
    <dgm:pt modelId="{F2EB6919-600B-4EE5-A2DE-ED923DCD0ACE}" type="pres">
      <dgm:prSet presAssocID="{5A385DF9-7271-43E6-A3FA-BF339D4D4CC5}" presName="FourNodes_3" presStyleLbl="node1" presStyleIdx="2" presStyleCnt="4">
        <dgm:presLayoutVars>
          <dgm:bulletEnabled val="1"/>
        </dgm:presLayoutVars>
      </dgm:prSet>
      <dgm:spPr/>
    </dgm:pt>
    <dgm:pt modelId="{A574390F-6A0C-44DA-B7BB-4C6AFE7E5BF1}" type="pres">
      <dgm:prSet presAssocID="{5A385DF9-7271-43E6-A3FA-BF339D4D4CC5}" presName="FourNodes_4" presStyleLbl="node1" presStyleIdx="3" presStyleCnt="4">
        <dgm:presLayoutVars>
          <dgm:bulletEnabled val="1"/>
        </dgm:presLayoutVars>
      </dgm:prSet>
      <dgm:spPr/>
    </dgm:pt>
    <dgm:pt modelId="{FC336346-4A60-43D7-9D6E-AEAC02B538EB}" type="pres">
      <dgm:prSet presAssocID="{5A385DF9-7271-43E6-A3FA-BF339D4D4CC5}" presName="FourConn_1-2" presStyleLbl="fgAccFollowNode1" presStyleIdx="0" presStyleCnt="3">
        <dgm:presLayoutVars>
          <dgm:bulletEnabled val="1"/>
        </dgm:presLayoutVars>
      </dgm:prSet>
      <dgm:spPr/>
    </dgm:pt>
    <dgm:pt modelId="{9D39B81B-3BD5-407C-B5A3-8098CA95A9B3}" type="pres">
      <dgm:prSet presAssocID="{5A385DF9-7271-43E6-A3FA-BF339D4D4CC5}" presName="FourConn_2-3" presStyleLbl="fgAccFollowNode1" presStyleIdx="1" presStyleCnt="3">
        <dgm:presLayoutVars>
          <dgm:bulletEnabled val="1"/>
        </dgm:presLayoutVars>
      </dgm:prSet>
      <dgm:spPr/>
    </dgm:pt>
    <dgm:pt modelId="{709924A3-D497-4EEE-8269-E3C97D6D62C9}" type="pres">
      <dgm:prSet presAssocID="{5A385DF9-7271-43E6-A3FA-BF339D4D4CC5}" presName="FourConn_3-4" presStyleLbl="fgAccFollowNode1" presStyleIdx="2" presStyleCnt="3">
        <dgm:presLayoutVars>
          <dgm:bulletEnabled val="1"/>
        </dgm:presLayoutVars>
      </dgm:prSet>
      <dgm:spPr/>
    </dgm:pt>
    <dgm:pt modelId="{164E1531-4B6D-4C18-9434-58629627D50F}" type="pres">
      <dgm:prSet presAssocID="{5A385DF9-7271-43E6-A3FA-BF339D4D4CC5}" presName="FourNodes_1_text" presStyleLbl="node1" presStyleIdx="3" presStyleCnt="4">
        <dgm:presLayoutVars>
          <dgm:bulletEnabled val="1"/>
        </dgm:presLayoutVars>
      </dgm:prSet>
      <dgm:spPr/>
    </dgm:pt>
    <dgm:pt modelId="{6E76F3E1-8DA2-4B09-B816-5221C123D571}" type="pres">
      <dgm:prSet presAssocID="{5A385DF9-7271-43E6-A3FA-BF339D4D4CC5}" presName="FourNodes_2_text" presStyleLbl="node1" presStyleIdx="3" presStyleCnt="4">
        <dgm:presLayoutVars>
          <dgm:bulletEnabled val="1"/>
        </dgm:presLayoutVars>
      </dgm:prSet>
      <dgm:spPr/>
    </dgm:pt>
    <dgm:pt modelId="{F7017824-BE96-48A6-9239-D3802F6CBB53}" type="pres">
      <dgm:prSet presAssocID="{5A385DF9-7271-43E6-A3FA-BF339D4D4CC5}" presName="FourNodes_3_text" presStyleLbl="node1" presStyleIdx="3" presStyleCnt="4">
        <dgm:presLayoutVars>
          <dgm:bulletEnabled val="1"/>
        </dgm:presLayoutVars>
      </dgm:prSet>
      <dgm:spPr/>
    </dgm:pt>
    <dgm:pt modelId="{9899144F-FD04-4CEA-AEB3-4AD51FAB53B3}" type="pres">
      <dgm:prSet presAssocID="{5A385DF9-7271-43E6-A3FA-BF339D4D4CC5}" presName="FourNodes_4_text" presStyleLbl="node1" presStyleIdx="3" presStyleCnt="4">
        <dgm:presLayoutVars>
          <dgm:bulletEnabled val="1"/>
        </dgm:presLayoutVars>
      </dgm:prSet>
      <dgm:spPr/>
    </dgm:pt>
  </dgm:ptLst>
  <dgm:cxnLst>
    <dgm:cxn modelId="{74DA8107-2710-4D8F-B606-6369970BB4C7}" srcId="{5A385DF9-7271-43E6-A3FA-BF339D4D4CC5}" destId="{1F9BA367-809C-4E06-85F6-C69D2E3A5C80}" srcOrd="2" destOrd="0" parTransId="{92CC5A94-4748-4AD1-9799-93C6887CAC54}" sibTransId="{3EE2903E-5200-4092-8F70-63988A26F190}"/>
    <dgm:cxn modelId="{6DB0BE0D-60D6-4DF8-A9BD-E55F367C4311}" type="presOf" srcId="{F125EA16-840E-4332-8687-AAD878532E24}" destId="{A7FEB8B9-8DB5-435F-A5D3-7E0351C6E1D1}" srcOrd="0" destOrd="0" presId="urn:microsoft.com/office/officeart/2005/8/layout/vProcess5"/>
    <dgm:cxn modelId="{A7898715-0252-4979-8D3F-91BEF0B9F651}" type="presOf" srcId="{FF5F662B-EF6E-4843-B8D0-31D8A2242A75}" destId="{A574390F-6A0C-44DA-B7BB-4C6AFE7E5BF1}" srcOrd="0" destOrd="0" presId="urn:microsoft.com/office/officeart/2005/8/layout/vProcess5"/>
    <dgm:cxn modelId="{C4364320-89FA-4324-BC50-841887475596}" type="presOf" srcId="{1F9BA367-809C-4E06-85F6-C69D2E3A5C80}" destId="{F7017824-BE96-48A6-9239-D3802F6CBB53}" srcOrd="1" destOrd="0" presId="urn:microsoft.com/office/officeart/2005/8/layout/vProcess5"/>
    <dgm:cxn modelId="{EC2FFC4A-84B9-4526-9498-10287F57508F}" type="presOf" srcId="{0C82FA94-A2C4-43A5-8F1C-0421284BF3D6}" destId="{FC336346-4A60-43D7-9D6E-AEAC02B538EB}" srcOrd="0" destOrd="0" presId="urn:microsoft.com/office/officeart/2005/8/layout/vProcess5"/>
    <dgm:cxn modelId="{3F8DB676-E5E5-41B7-8925-C2C7F086A29D}" type="presOf" srcId="{5A385DF9-7271-43E6-A3FA-BF339D4D4CC5}" destId="{D121852D-EA18-4334-A418-DC0BD2376ECC}" srcOrd="0" destOrd="0" presId="urn:microsoft.com/office/officeart/2005/8/layout/vProcess5"/>
    <dgm:cxn modelId="{8B39EF7D-9F22-40A2-A0A8-191FE85080FF}" type="presOf" srcId="{00F299A5-DA02-40B5-AA8D-E801B8E90497}" destId="{9D39B81B-3BD5-407C-B5A3-8098CA95A9B3}" srcOrd="0" destOrd="0" presId="urn:microsoft.com/office/officeart/2005/8/layout/vProcess5"/>
    <dgm:cxn modelId="{0A4CE47F-8F5A-4C1F-B35E-A913920BD53D}" type="presOf" srcId="{3EE2903E-5200-4092-8F70-63988A26F190}" destId="{709924A3-D497-4EEE-8269-E3C97D6D62C9}" srcOrd="0" destOrd="0" presId="urn:microsoft.com/office/officeart/2005/8/layout/vProcess5"/>
    <dgm:cxn modelId="{A5CCAA9A-4D26-40F9-A907-94903BD286BA}" type="presOf" srcId="{BC2BEFE1-10EE-4067-939F-AA493729E556}" destId="{6E76F3E1-8DA2-4B09-B816-5221C123D571}" srcOrd="1" destOrd="0" presId="urn:microsoft.com/office/officeart/2005/8/layout/vProcess5"/>
    <dgm:cxn modelId="{E95D6BB1-C10A-4A5E-9ED9-A691BD2B105D}" type="presOf" srcId="{1F9BA367-809C-4E06-85F6-C69D2E3A5C80}" destId="{F2EB6919-600B-4EE5-A2DE-ED923DCD0ACE}" srcOrd="0" destOrd="0" presId="urn:microsoft.com/office/officeart/2005/8/layout/vProcess5"/>
    <dgm:cxn modelId="{657FBDC3-D3D3-4E58-A562-288C09846EDC}" srcId="{5A385DF9-7271-43E6-A3FA-BF339D4D4CC5}" destId="{F125EA16-840E-4332-8687-AAD878532E24}" srcOrd="0" destOrd="0" parTransId="{6111D9AF-516D-45E6-82AA-589C0633E201}" sibTransId="{0C82FA94-A2C4-43A5-8F1C-0421284BF3D6}"/>
    <dgm:cxn modelId="{B7CE1AC8-8294-484D-A3E6-1DCCBC339A90}" srcId="{5A385DF9-7271-43E6-A3FA-BF339D4D4CC5}" destId="{BC2BEFE1-10EE-4067-939F-AA493729E556}" srcOrd="1" destOrd="0" parTransId="{E2443A0E-81FA-45DA-9418-08F60ABEC3E1}" sibTransId="{00F299A5-DA02-40B5-AA8D-E801B8E90497}"/>
    <dgm:cxn modelId="{BF3340D0-395A-439F-B037-89E27A2F55A9}" srcId="{5A385DF9-7271-43E6-A3FA-BF339D4D4CC5}" destId="{FF5F662B-EF6E-4843-B8D0-31D8A2242A75}" srcOrd="3" destOrd="0" parTransId="{941ABDF6-DEBC-4450-A547-5C02B0841F3E}" sibTransId="{88FF5D73-56B1-4F82-B8BE-A079D9B202ED}"/>
    <dgm:cxn modelId="{CF0DB0DC-47BF-4BF9-9DB5-8215377DD712}" type="presOf" srcId="{BC2BEFE1-10EE-4067-939F-AA493729E556}" destId="{AACA99F6-9E77-41A5-A13B-9DCFA0A379B4}" srcOrd="0" destOrd="0" presId="urn:microsoft.com/office/officeart/2005/8/layout/vProcess5"/>
    <dgm:cxn modelId="{92ACACE0-3242-4E24-B2E9-9D39EDE636D8}" type="presOf" srcId="{FF5F662B-EF6E-4843-B8D0-31D8A2242A75}" destId="{9899144F-FD04-4CEA-AEB3-4AD51FAB53B3}" srcOrd="1" destOrd="0" presId="urn:microsoft.com/office/officeart/2005/8/layout/vProcess5"/>
    <dgm:cxn modelId="{100525E4-D300-443B-83B9-8C0EA98C0C48}" type="presOf" srcId="{F125EA16-840E-4332-8687-AAD878532E24}" destId="{164E1531-4B6D-4C18-9434-58629627D50F}" srcOrd="1" destOrd="0" presId="urn:microsoft.com/office/officeart/2005/8/layout/vProcess5"/>
    <dgm:cxn modelId="{249B4770-E312-4D17-8B79-C31CD6740B20}" type="presParOf" srcId="{D121852D-EA18-4334-A418-DC0BD2376ECC}" destId="{FC902A75-8B32-4822-9243-7CA3718715B6}" srcOrd="0" destOrd="0" presId="urn:microsoft.com/office/officeart/2005/8/layout/vProcess5"/>
    <dgm:cxn modelId="{A2421C00-40CA-401B-8B9C-2EFA54A5E914}" type="presParOf" srcId="{D121852D-EA18-4334-A418-DC0BD2376ECC}" destId="{A7FEB8B9-8DB5-435F-A5D3-7E0351C6E1D1}" srcOrd="1" destOrd="0" presId="urn:microsoft.com/office/officeart/2005/8/layout/vProcess5"/>
    <dgm:cxn modelId="{07021D65-3805-4815-AB44-BBC6655EBA94}" type="presParOf" srcId="{D121852D-EA18-4334-A418-DC0BD2376ECC}" destId="{AACA99F6-9E77-41A5-A13B-9DCFA0A379B4}" srcOrd="2" destOrd="0" presId="urn:microsoft.com/office/officeart/2005/8/layout/vProcess5"/>
    <dgm:cxn modelId="{CB6B0CE6-C2A3-4942-B9F9-46CE32172CEA}" type="presParOf" srcId="{D121852D-EA18-4334-A418-DC0BD2376ECC}" destId="{F2EB6919-600B-4EE5-A2DE-ED923DCD0ACE}" srcOrd="3" destOrd="0" presId="urn:microsoft.com/office/officeart/2005/8/layout/vProcess5"/>
    <dgm:cxn modelId="{5F25DEA4-7826-46D2-819E-D08E2AEC02E2}" type="presParOf" srcId="{D121852D-EA18-4334-A418-DC0BD2376ECC}" destId="{A574390F-6A0C-44DA-B7BB-4C6AFE7E5BF1}" srcOrd="4" destOrd="0" presId="urn:microsoft.com/office/officeart/2005/8/layout/vProcess5"/>
    <dgm:cxn modelId="{5E2E8177-B4F3-4D48-916C-728ADEC3BFE2}" type="presParOf" srcId="{D121852D-EA18-4334-A418-DC0BD2376ECC}" destId="{FC336346-4A60-43D7-9D6E-AEAC02B538EB}" srcOrd="5" destOrd="0" presId="urn:microsoft.com/office/officeart/2005/8/layout/vProcess5"/>
    <dgm:cxn modelId="{25D710AC-95FF-416B-82DD-01A0995B2AB3}" type="presParOf" srcId="{D121852D-EA18-4334-A418-DC0BD2376ECC}" destId="{9D39B81B-3BD5-407C-B5A3-8098CA95A9B3}" srcOrd="6" destOrd="0" presId="urn:microsoft.com/office/officeart/2005/8/layout/vProcess5"/>
    <dgm:cxn modelId="{B327388E-8FAB-422D-BA99-F3A4F85C2084}" type="presParOf" srcId="{D121852D-EA18-4334-A418-DC0BD2376ECC}" destId="{709924A3-D497-4EEE-8269-E3C97D6D62C9}" srcOrd="7" destOrd="0" presId="urn:microsoft.com/office/officeart/2005/8/layout/vProcess5"/>
    <dgm:cxn modelId="{2E48EA3D-0C9C-4E65-B817-451D03D3DA23}" type="presParOf" srcId="{D121852D-EA18-4334-A418-DC0BD2376ECC}" destId="{164E1531-4B6D-4C18-9434-58629627D50F}" srcOrd="8" destOrd="0" presId="urn:microsoft.com/office/officeart/2005/8/layout/vProcess5"/>
    <dgm:cxn modelId="{049F6A18-5FB4-4D92-8451-C9D41872A78B}" type="presParOf" srcId="{D121852D-EA18-4334-A418-DC0BD2376ECC}" destId="{6E76F3E1-8DA2-4B09-B816-5221C123D571}" srcOrd="9" destOrd="0" presId="urn:microsoft.com/office/officeart/2005/8/layout/vProcess5"/>
    <dgm:cxn modelId="{E4369B2E-43E9-4893-8EE7-BD6CE51FC6F7}" type="presParOf" srcId="{D121852D-EA18-4334-A418-DC0BD2376ECC}" destId="{F7017824-BE96-48A6-9239-D3802F6CBB53}" srcOrd="10" destOrd="0" presId="urn:microsoft.com/office/officeart/2005/8/layout/vProcess5"/>
    <dgm:cxn modelId="{5DBB9A9E-C48B-4BEA-BF4E-DE4BAAE1FBBD}" type="presParOf" srcId="{D121852D-EA18-4334-A418-DC0BD2376ECC}" destId="{9899144F-FD04-4CEA-AEB3-4AD51FAB53B3}" srcOrd="11"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66545192-4E8D-40EA-898C-A2573A6ADFC7}"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581BEEEE-BC4B-4F76-B062-694FDA29E8D2}">
      <dgm:prSet/>
      <dgm:spPr/>
      <dgm:t>
        <a:bodyPr/>
        <a:lstStyle/>
        <a:p>
          <a:r>
            <a:rPr lang="en-US"/>
            <a:t>React UI</a:t>
          </a:r>
        </a:p>
      </dgm:t>
    </dgm:pt>
    <dgm:pt modelId="{9D2CE50C-0FF4-4B5C-AC72-92D9C5DE796D}" type="parTrans" cxnId="{60B5610D-EAB1-4C01-AF97-B55D64267447}">
      <dgm:prSet/>
      <dgm:spPr/>
      <dgm:t>
        <a:bodyPr/>
        <a:lstStyle/>
        <a:p>
          <a:endParaRPr lang="en-US"/>
        </a:p>
      </dgm:t>
    </dgm:pt>
    <dgm:pt modelId="{7F8A95B9-A4C7-4FB2-AEC3-759DB017376C}" type="sibTrans" cxnId="{60B5610D-EAB1-4C01-AF97-B55D64267447}">
      <dgm:prSet/>
      <dgm:spPr/>
      <dgm:t>
        <a:bodyPr/>
        <a:lstStyle/>
        <a:p>
          <a:endParaRPr lang="en-US"/>
        </a:p>
      </dgm:t>
    </dgm:pt>
    <dgm:pt modelId="{A850AB23-C273-4051-B991-A56E0D53B1A6}">
      <dgm:prSet/>
      <dgm:spPr/>
      <dgm:t>
        <a:bodyPr/>
        <a:lstStyle/>
        <a:p>
          <a:r>
            <a:rPr lang="en-US"/>
            <a:t>↓ (Axios)</a:t>
          </a:r>
        </a:p>
      </dgm:t>
    </dgm:pt>
    <dgm:pt modelId="{278C929B-1454-4D66-B147-D399E1346034}" type="parTrans" cxnId="{CD98D2A5-04CE-42E9-A791-BB5BA4E3630C}">
      <dgm:prSet/>
      <dgm:spPr/>
      <dgm:t>
        <a:bodyPr/>
        <a:lstStyle/>
        <a:p>
          <a:endParaRPr lang="en-US"/>
        </a:p>
      </dgm:t>
    </dgm:pt>
    <dgm:pt modelId="{F685F7E2-5466-4C04-83A6-41C5FD310B85}" type="sibTrans" cxnId="{CD98D2A5-04CE-42E9-A791-BB5BA4E3630C}">
      <dgm:prSet/>
      <dgm:spPr/>
      <dgm:t>
        <a:bodyPr/>
        <a:lstStyle/>
        <a:p>
          <a:endParaRPr lang="en-US"/>
        </a:p>
      </dgm:t>
    </dgm:pt>
    <dgm:pt modelId="{5F479AE9-19C5-47A8-ADDC-D2251A7894C5}">
      <dgm:prSet/>
      <dgm:spPr/>
      <dgm:t>
        <a:bodyPr/>
        <a:lstStyle/>
        <a:p>
          <a:r>
            <a:rPr lang="en-US"/>
            <a:t>Express API</a:t>
          </a:r>
        </a:p>
      </dgm:t>
    </dgm:pt>
    <dgm:pt modelId="{9079FABB-212E-4628-9EF2-06D937485BA7}" type="parTrans" cxnId="{3754204E-1947-4911-A0AB-0AB6BE4FFAFC}">
      <dgm:prSet/>
      <dgm:spPr/>
      <dgm:t>
        <a:bodyPr/>
        <a:lstStyle/>
        <a:p>
          <a:endParaRPr lang="en-US"/>
        </a:p>
      </dgm:t>
    </dgm:pt>
    <dgm:pt modelId="{2F8B8570-95F6-4C85-8053-0C3E8E5EE66A}" type="sibTrans" cxnId="{3754204E-1947-4911-A0AB-0AB6BE4FFAFC}">
      <dgm:prSet/>
      <dgm:spPr/>
      <dgm:t>
        <a:bodyPr/>
        <a:lstStyle/>
        <a:p>
          <a:endParaRPr lang="en-US"/>
        </a:p>
      </dgm:t>
    </dgm:pt>
    <dgm:pt modelId="{405FE89F-DECB-4496-AAAA-DDBA9F6783C5}">
      <dgm:prSet/>
      <dgm:spPr/>
      <dgm:t>
        <a:bodyPr/>
        <a:lstStyle/>
        <a:p>
          <a:r>
            <a:rPr lang="en-US"/>
            <a:t>↓ (Mongoose)</a:t>
          </a:r>
        </a:p>
      </dgm:t>
    </dgm:pt>
    <dgm:pt modelId="{1FD34DE3-6F04-4DCB-8A3F-6BE61D53330B}" type="parTrans" cxnId="{6E993B1D-8E98-46E3-BC78-AF57DA3CA0F6}">
      <dgm:prSet/>
      <dgm:spPr/>
      <dgm:t>
        <a:bodyPr/>
        <a:lstStyle/>
        <a:p>
          <a:endParaRPr lang="en-US"/>
        </a:p>
      </dgm:t>
    </dgm:pt>
    <dgm:pt modelId="{1F97A5DF-03B2-4165-A5B1-7BCCA9CF9832}" type="sibTrans" cxnId="{6E993B1D-8E98-46E3-BC78-AF57DA3CA0F6}">
      <dgm:prSet/>
      <dgm:spPr/>
      <dgm:t>
        <a:bodyPr/>
        <a:lstStyle/>
        <a:p>
          <a:endParaRPr lang="en-US"/>
        </a:p>
      </dgm:t>
    </dgm:pt>
    <dgm:pt modelId="{DD70611F-B203-4CE7-88CA-40E7B510E3A8}">
      <dgm:prSet/>
      <dgm:spPr/>
      <dgm:t>
        <a:bodyPr/>
        <a:lstStyle/>
        <a:p>
          <a:r>
            <a:rPr lang="en-US"/>
            <a:t>MongoDB</a:t>
          </a:r>
        </a:p>
      </dgm:t>
    </dgm:pt>
    <dgm:pt modelId="{7B923D54-6BE6-4BCA-AA07-B3204A91D62F}" type="parTrans" cxnId="{307AE8F3-F878-4F25-9137-250996ED54AD}">
      <dgm:prSet/>
      <dgm:spPr/>
      <dgm:t>
        <a:bodyPr/>
        <a:lstStyle/>
        <a:p>
          <a:endParaRPr lang="en-US"/>
        </a:p>
      </dgm:t>
    </dgm:pt>
    <dgm:pt modelId="{DDF899BD-DA85-44D9-A64D-449D62716B06}" type="sibTrans" cxnId="{307AE8F3-F878-4F25-9137-250996ED54AD}">
      <dgm:prSet/>
      <dgm:spPr/>
      <dgm:t>
        <a:bodyPr/>
        <a:lstStyle/>
        <a:p>
          <a:endParaRPr lang="en-US"/>
        </a:p>
      </dgm:t>
    </dgm:pt>
    <dgm:pt modelId="{6B2FF49A-B652-42ED-BBE1-6453B7F5510D}">
      <dgm:prSet/>
      <dgm:spPr/>
      <dgm:t>
        <a:bodyPr/>
        <a:lstStyle/>
        <a:p>
          <a:r>
            <a:rPr lang="en-US"/>
            <a:t>Full end-to-end sync between all layers.</a:t>
          </a:r>
        </a:p>
      </dgm:t>
    </dgm:pt>
    <dgm:pt modelId="{65521645-17C0-4993-AEB6-678D098B2D41}" type="parTrans" cxnId="{B8AA3610-7628-460E-AE75-2559972A5B10}">
      <dgm:prSet/>
      <dgm:spPr/>
      <dgm:t>
        <a:bodyPr/>
        <a:lstStyle/>
        <a:p>
          <a:endParaRPr lang="en-US"/>
        </a:p>
      </dgm:t>
    </dgm:pt>
    <dgm:pt modelId="{AEFD9179-328A-4E80-95EC-E2EB9F3FA4E6}" type="sibTrans" cxnId="{B8AA3610-7628-460E-AE75-2559972A5B10}">
      <dgm:prSet/>
      <dgm:spPr/>
      <dgm:t>
        <a:bodyPr/>
        <a:lstStyle/>
        <a:p>
          <a:endParaRPr lang="en-US"/>
        </a:p>
      </dgm:t>
    </dgm:pt>
    <dgm:pt modelId="{FE829754-DB61-49CB-A809-04556B86F94B}" type="pres">
      <dgm:prSet presAssocID="{66545192-4E8D-40EA-898C-A2573A6ADFC7}" presName="root" presStyleCnt="0">
        <dgm:presLayoutVars>
          <dgm:dir/>
          <dgm:resizeHandles val="exact"/>
        </dgm:presLayoutVars>
      </dgm:prSet>
      <dgm:spPr/>
    </dgm:pt>
    <dgm:pt modelId="{720538F1-2652-4C12-8310-37F347C5A19D}" type="pres">
      <dgm:prSet presAssocID="{581BEEEE-BC4B-4F76-B062-694FDA29E8D2}" presName="compNode" presStyleCnt="0"/>
      <dgm:spPr/>
    </dgm:pt>
    <dgm:pt modelId="{0339E785-131E-48AA-923E-D46ADD3A396A}" type="pres">
      <dgm:prSet presAssocID="{581BEEEE-BC4B-4F76-B062-694FDA29E8D2}" presName="bgRect" presStyleLbl="bgShp" presStyleIdx="0" presStyleCnt="6"/>
      <dgm:spPr/>
    </dgm:pt>
    <dgm:pt modelId="{2DE24ABF-0EA7-4230-873E-B402C3600BE4}" type="pres">
      <dgm:prSet presAssocID="{581BEEEE-BC4B-4F76-B062-694FDA29E8D2}"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eckmark"/>
        </a:ext>
      </dgm:extLst>
    </dgm:pt>
    <dgm:pt modelId="{A412AD9A-B268-4253-BD27-59E7A5B7E299}" type="pres">
      <dgm:prSet presAssocID="{581BEEEE-BC4B-4F76-B062-694FDA29E8D2}" presName="spaceRect" presStyleCnt="0"/>
      <dgm:spPr/>
    </dgm:pt>
    <dgm:pt modelId="{4A11AAC1-FFBC-4290-930D-B4DB7EEC3B16}" type="pres">
      <dgm:prSet presAssocID="{581BEEEE-BC4B-4F76-B062-694FDA29E8D2}" presName="parTx" presStyleLbl="revTx" presStyleIdx="0" presStyleCnt="6">
        <dgm:presLayoutVars>
          <dgm:chMax val="0"/>
          <dgm:chPref val="0"/>
        </dgm:presLayoutVars>
      </dgm:prSet>
      <dgm:spPr/>
    </dgm:pt>
    <dgm:pt modelId="{CDDBA863-4896-48C0-9A55-C1A1C11AA359}" type="pres">
      <dgm:prSet presAssocID="{7F8A95B9-A4C7-4FB2-AEC3-759DB017376C}" presName="sibTrans" presStyleCnt="0"/>
      <dgm:spPr/>
    </dgm:pt>
    <dgm:pt modelId="{21DAA447-42FB-41A6-9EBF-B2B257473A5B}" type="pres">
      <dgm:prSet presAssocID="{A850AB23-C273-4051-B991-A56E0D53B1A6}" presName="compNode" presStyleCnt="0"/>
      <dgm:spPr/>
    </dgm:pt>
    <dgm:pt modelId="{B7A9096E-3F4F-4DE8-87D8-C71D237CDD99}" type="pres">
      <dgm:prSet presAssocID="{A850AB23-C273-4051-B991-A56E0D53B1A6}" presName="bgRect" presStyleLbl="bgShp" presStyleIdx="1" presStyleCnt="6"/>
      <dgm:spPr/>
    </dgm:pt>
    <dgm:pt modelId="{14012741-BB4A-4041-B475-D139564C33F6}" type="pres">
      <dgm:prSet presAssocID="{A850AB23-C273-4051-B991-A56E0D53B1A6}"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Lady bug"/>
        </a:ext>
      </dgm:extLst>
    </dgm:pt>
    <dgm:pt modelId="{07824B08-32B4-4132-9F76-8DBBD5FF9BD0}" type="pres">
      <dgm:prSet presAssocID="{A850AB23-C273-4051-B991-A56E0D53B1A6}" presName="spaceRect" presStyleCnt="0"/>
      <dgm:spPr/>
    </dgm:pt>
    <dgm:pt modelId="{796C63A6-366D-4FC0-9344-227196FEEFFB}" type="pres">
      <dgm:prSet presAssocID="{A850AB23-C273-4051-B991-A56E0D53B1A6}" presName="parTx" presStyleLbl="revTx" presStyleIdx="1" presStyleCnt="6">
        <dgm:presLayoutVars>
          <dgm:chMax val="0"/>
          <dgm:chPref val="0"/>
        </dgm:presLayoutVars>
      </dgm:prSet>
      <dgm:spPr/>
    </dgm:pt>
    <dgm:pt modelId="{DE4A9A18-6C51-40D0-BE4B-AB97EDFBCA6A}" type="pres">
      <dgm:prSet presAssocID="{F685F7E2-5466-4C04-83A6-41C5FD310B85}" presName="sibTrans" presStyleCnt="0"/>
      <dgm:spPr/>
    </dgm:pt>
    <dgm:pt modelId="{792CDBD4-088D-41CE-9EAC-C235F8B19ED6}" type="pres">
      <dgm:prSet presAssocID="{5F479AE9-19C5-47A8-ADDC-D2251A7894C5}" presName="compNode" presStyleCnt="0"/>
      <dgm:spPr/>
    </dgm:pt>
    <dgm:pt modelId="{1BF2C6F4-B3BA-47AC-8D3E-39F8D771DF5E}" type="pres">
      <dgm:prSet presAssocID="{5F479AE9-19C5-47A8-ADDC-D2251A7894C5}" presName="bgRect" presStyleLbl="bgShp" presStyleIdx="2" presStyleCnt="6"/>
      <dgm:spPr/>
    </dgm:pt>
    <dgm:pt modelId="{56EB0FB2-4561-4F70-A086-DBC70E1697AB}" type="pres">
      <dgm:prSet presAssocID="{5F479AE9-19C5-47A8-ADDC-D2251A7894C5}"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User"/>
        </a:ext>
      </dgm:extLst>
    </dgm:pt>
    <dgm:pt modelId="{B1802CEF-5B91-4E79-8251-D76011A85BDA}" type="pres">
      <dgm:prSet presAssocID="{5F479AE9-19C5-47A8-ADDC-D2251A7894C5}" presName="spaceRect" presStyleCnt="0"/>
      <dgm:spPr/>
    </dgm:pt>
    <dgm:pt modelId="{4C7651F1-B739-4D51-BFE8-A6F109FFB534}" type="pres">
      <dgm:prSet presAssocID="{5F479AE9-19C5-47A8-ADDC-D2251A7894C5}" presName="parTx" presStyleLbl="revTx" presStyleIdx="2" presStyleCnt="6">
        <dgm:presLayoutVars>
          <dgm:chMax val="0"/>
          <dgm:chPref val="0"/>
        </dgm:presLayoutVars>
      </dgm:prSet>
      <dgm:spPr/>
    </dgm:pt>
    <dgm:pt modelId="{8A3D1003-DC41-4821-997B-E565216B0956}" type="pres">
      <dgm:prSet presAssocID="{2F8B8570-95F6-4C85-8053-0C3E8E5EE66A}" presName="sibTrans" presStyleCnt="0"/>
      <dgm:spPr/>
    </dgm:pt>
    <dgm:pt modelId="{1CFAB5BA-1284-46C5-A63B-A6FF5CBFB9A7}" type="pres">
      <dgm:prSet presAssocID="{405FE89F-DECB-4496-AAAA-DDBA9F6783C5}" presName="compNode" presStyleCnt="0"/>
      <dgm:spPr/>
    </dgm:pt>
    <dgm:pt modelId="{A3D28BE7-232D-4CBC-9B69-45919EE6018C}" type="pres">
      <dgm:prSet presAssocID="{405FE89F-DECB-4496-AAAA-DDBA9F6783C5}" presName="bgRect" presStyleLbl="bgShp" presStyleIdx="3" presStyleCnt="6"/>
      <dgm:spPr/>
    </dgm:pt>
    <dgm:pt modelId="{679EF058-AE9A-499E-96FA-8AA64E6BFAE2}" type="pres">
      <dgm:prSet presAssocID="{405FE89F-DECB-4496-AAAA-DDBA9F6783C5}"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Minimize"/>
        </a:ext>
      </dgm:extLst>
    </dgm:pt>
    <dgm:pt modelId="{85BEA359-516D-49C5-A33E-87B2CFBDF38A}" type="pres">
      <dgm:prSet presAssocID="{405FE89F-DECB-4496-AAAA-DDBA9F6783C5}" presName="spaceRect" presStyleCnt="0"/>
      <dgm:spPr/>
    </dgm:pt>
    <dgm:pt modelId="{D9865121-F2AD-4377-93FD-A74B8D57EB2C}" type="pres">
      <dgm:prSet presAssocID="{405FE89F-DECB-4496-AAAA-DDBA9F6783C5}" presName="parTx" presStyleLbl="revTx" presStyleIdx="3" presStyleCnt="6">
        <dgm:presLayoutVars>
          <dgm:chMax val="0"/>
          <dgm:chPref val="0"/>
        </dgm:presLayoutVars>
      </dgm:prSet>
      <dgm:spPr/>
    </dgm:pt>
    <dgm:pt modelId="{FAE2DA9A-ACEA-447E-A994-C802BF00B3CE}" type="pres">
      <dgm:prSet presAssocID="{1F97A5DF-03B2-4165-A5B1-7BCCA9CF9832}" presName="sibTrans" presStyleCnt="0"/>
      <dgm:spPr/>
    </dgm:pt>
    <dgm:pt modelId="{965257AA-0792-4846-B850-23A151159F0B}" type="pres">
      <dgm:prSet presAssocID="{DD70611F-B203-4CE7-88CA-40E7B510E3A8}" presName="compNode" presStyleCnt="0"/>
      <dgm:spPr/>
    </dgm:pt>
    <dgm:pt modelId="{14E38942-6161-44D7-AA66-2702684CE05A}" type="pres">
      <dgm:prSet presAssocID="{DD70611F-B203-4CE7-88CA-40E7B510E3A8}" presName="bgRect" presStyleLbl="bgShp" presStyleIdx="4" presStyleCnt="6"/>
      <dgm:spPr/>
    </dgm:pt>
    <dgm:pt modelId="{569712A1-A968-4980-BB86-D07FEFF42024}" type="pres">
      <dgm:prSet presAssocID="{DD70611F-B203-4CE7-88CA-40E7B510E3A8}"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Table"/>
        </a:ext>
      </dgm:extLst>
    </dgm:pt>
    <dgm:pt modelId="{64CE613C-F059-499E-B681-9D263E801943}" type="pres">
      <dgm:prSet presAssocID="{DD70611F-B203-4CE7-88CA-40E7B510E3A8}" presName="spaceRect" presStyleCnt="0"/>
      <dgm:spPr/>
    </dgm:pt>
    <dgm:pt modelId="{05665BB2-CC04-411A-8DB0-2C69D9D0B4C9}" type="pres">
      <dgm:prSet presAssocID="{DD70611F-B203-4CE7-88CA-40E7B510E3A8}" presName="parTx" presStyleLbl="revTx" presStyleIdx="4" presStyleCnt="6">
        <dgm:presLayoutVars>
          <dgm:chMax val="0"/>
          <dgm:chPref val="0"/>
        </dgm:presLayoutVars>
      </dgm:prSet>
      <dgm:spPr/>
    </dgm:pt>
    <dgm:pt modelId="{5988E531-6954-420D-BC80-9E6B5D321310}" type="pres">
      <dgm:prSet presAssocID="{DDF899BD-DA85-44D9-A64D-449D62716B06}" presName="sibTrans" presStyleCnt="0"/>
      <dgm:spPr/>
    </dgm:pt>
    <dgm:pt modelId="{AAED9656-CB96-4043-A8B8-FE3DDAB80433}" type="pres">
      <dgm:prSet presAssocID="{6B2FF49A-B652-42ED-BBE1-6453B7F5510D}" presName="compNode" presStyleCnt="0"/>
      <dgm:spPr/>
    </dgm:pt>
    <dgm:pt modelId="{DD20FA55-A91F-4CD1-B5BF-BD5D24EE447C}" type="pres">
      <dgm:prSet presAssocID="{6B2FF49A-B652-42ED-BBE1-6453B7F5510D}" presName="bgRect" presStyleLbl="bgShp" presStyleIdx="5" presStyleCnt="6"/>
      <dgm:spPr/>
    </dgm:pt>
    <dgm:pt modelId="{2057AF8D-7D81-41F9-B040-EB102F24D628}" type="pres">
      <dgm:prSet presAssocID="{6B2FF49A-B652-42ED-BBE1-6453B7F5510D}"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Syncing Cloud"/>
        </a:ext>
      </dgm:extLst>
    </dgm:pt>
    <dgm:pt modelId="{A5D44BDD-F52C-4EFD-96D2-070A2191A2D2}" type="pres">
      <dgm:prSet presAssocID="{6B2FF49A-B652-42ED-BBE1-6453B7F5510D}" presName="spaceRect" presStyleCnt="0"/>
      <dgm:spPr/>
    </dgm:pt>
    <dgm:pt modelId="{7D2ED871-58EC-4611-92D2-22E80A59A58A}" type="pres">
      <dgm:prSet presAssocID="{6B2FF49A-B652-42ED-BBE1-6453B7F5510D}" presName="parTx" presStyleLbl="revTx" presStyleIdx="5" presStyleCnt="6">
        <dgm:presLayoutVars>
          <dgm:chMax val="0"/>
          <dgm:chPref val="0"/>
        </dgm:presLayoutVars>
      </dgm:prSet>
      <dgm:spPr/>
    </dgm:pt>
  </dgm:ptLst>
  <dgm:cxnLst>
    <dgm:cxn modelId="{FFE26301-D5C0-4210-B27E-147BB89932F3}" type="presOf" srcId="{A850AB23-C273-4051-B991-A56E0D53B1A6}" destId="{796C63A6-366D-4FC0-9344-227196FEEFFB}" srcOrd="0" destOrd="0" presId="urn:microsoft.com/office/officeart/2018/2/layout/IconVerticalSolidList"/>
    <dgm:cxn modelId="{60B5610D-EAB1-4C01-AF97-B55D64267447}" srcId="{66545192-4E8D-40EA-898C-A2573A6ADFC7}" destId="{581BEEEE-BC4B-4F76-B062-694FDA29E8D2}" srcOrd="0" destOrd="0" parTransId="{9D2CE50C-0FF4-4B5C-AC72-92D9C5DE796D}" sibTransId="{7F8A95B9-A4C7-4FB2-AEC3-759DB017376C}"/>
    <dgm:cxn modelId="{B8AA3610-7628-460E-AE75-2559972A5B10}" srcId="{66545192-4E8D-40EA-898C-A2573A6ADFC7}" destId="{6B2FF49A-B652-42ED-BBE1-6453B7F5510D}" srcOrd="5" destOrd="0" parTransId="{65521645-17C0-4993-AEB6-678D098B2D41}" sibTransId="{AEFD9179-328A-4E80-95EC-E2EB9F3FA4E6}"/>
    <dgm:cxn modelId="{6E993B1D-8E98-46E3-BC78-AF57DA3CA0F6}" srcId="{66545192-4E8D-40EA-898C-A2573A6ADFC7}" destId="{405FE89F-DECB-4496-AAAA-DDBA9F6783C5}" srcOrd="3" destOrd="0" parTransId="{1FD34DE3-6F04-4DCB-8A3F-6BE61D53330B}" sibTransId="{1F97A5DF-03B2-4165-A5B1-7BCCA9CF9832}"/>
    <dgm:cxn modelId="{9A7C4C20-1867-49C7-9779-3EDED7AEA5D0}" type="presOf" srcId="{DD70611F-B203-4CE7-88CA-40E7B510E3A8}" destId="{05665BB2-CC04-411A-8DB0-2C69D9D0B4C9}" srcOrd="0" destOrd="0" presId="urn:microsoft.com/office/officeart/2018/2/layout/IconVerticalSolidList"/>
    <dgm:cxn modelId="{0F13B63B-934D-4141-952B-3B6B15ACA2B2}" type="presOf" srcId="{405FE89F-DECB-4496-AAAA-DDBA9F6783C5}" destId="{D9865121-F2AD-4377-93FD-A74B8D57EB2C}" srcOrd="0" destOrd="0" presId="urn:microsoft.com/office/officeart/2018/2/layout/IconVerticalSolidList"/>
    <dgm:cxn modelId="{3754204E-1947-4911-A0AB-0AB6BE4FFAFC}" srcId="{66545192-4E8D-40EA-898C-A2573A6ADFC7}" destId="{5F479AE9-19C5-47A8-ADDC-D2251A7894C5}" srcOrd="2" destOrd="0" parTransId="{9079FABB-212E-4628-9EF2-06D937485BA7}" sibTransId="{2F8B8570-95F6-4C85-8053-0C3E8E5EE66A}"/>
    <dgm:cxn modelId="{FE6F3598-F783-4221-B96A-C13BD88D63F0}" type="presOf" srcId="{581BEEEE-BC4B-4F76-B062-694FDA29E8D2}" destId="{4A11AAC1-FFBC-4290-930D-B4DB7EEC3B16}" srcOrd="0" destOrd="0" presId="urn:microsoft.com/office/officeart/2018/2/layout/IconVerticalSolidList"/>
    <dgm:cxn modelId="{CD98D2A5-04CE-42E9-A791-BB5BA4E3630C}" srcId="{66545192-4E8D-40EA-898C-A2573A6ADFC7}" destId="{A850AB23-C273-4051-B991-A56E0D53B1A6}" srcOrd="1" destOrd="0" parTransId="{278C929B-1454-4D66-B147-D399E1346034}" sibTransId="{F685F7E2-5466-4C04-83A6-41C5FD310B85}"/>
    <dgm:cxn modelId="{A750DABE-B578-42BB-A093-505CEA1ABD72}" type="presOf" srcId="{5F479AE9-19C5-47A8-ADDC-D2251A7894C5}" destId="{4C7651F1-B739-4D51-BFE8-A6F109FFB534}" srcOrd="0" destOrd="0" presId="urn:microsoft.com/office/officeart/2018/2/layout/IconVerticalSolidList"/>
    <dgm:cxn modelId="{E1CB21E1-F61A-4793-88D8-C068ABB8A8A4}" type="presOf" srcId="{6B2FF49A-B652-42ED-BBE1-6453B7F5510D}" destId="{7D2ED871-58EC-4611-92D2-22E80A59A58A}" srcOrd="0" destOrd="0" presId="urn:microsoft.com/office/officeart/2018/2/layout/IconVerticalSolidList"/>
    <dgm:cxn modelId="{741596EC-479C-419E-B030-525F67CB4C4C}" type="presOf" srcId="{66545192-4E8D-40EA-898C-A2573A6ADFC7}" destId="{FE829754-DB61-49CB-A809-04556B86F94B}" srcOrd="0" destOrd="0" presId="urn:microsoft.com/office/officeart/2018/2/layout/IconVerticalSolidList"/>
    <dgm:cxn modelId="{307AE8F3-F878-4F25-9137-250996ED54AD}" srcId="{66545192-4E8D-40EA-898C-A2573A6ADFC7}" destId="{DD70611F-B203-4CE7-88CA-40E7B510E3A8}" srcOrd="4" destOrd="0" parTransId="{7B923D54-6BE6-4BCA-AA07-B3204A91D62F}" sibTransId="{DDF899BD-DA85-44D9-A64D-449D62716B06}"/>
    <dgm:cxn modelId="{6C4CCEDB-E7A5-4E43-B16B-92FB96480F82}" type="presParOf" srcId="{FE829754-DB61-49CB-A809-04556B86F94B}" destId="{720538F1-2652-4C12-8310-37F347C5A19D}" srcOrd="0" destOrd="0" presId="urn:microsoft.com/office/officeart/2018/2/layout/IconVerticalSolidList"/>
    <dgm:cxn modelId="{01B618B7-C5F0-47DD-B982-12B824B95378}" type="presParOf" srcId="{720538F1-2652-4C12-8310-37F347C5A19D}" destId="{0339E785-131E-48AA-923E-D46ADD3A396A}" srcOrd="0" destOrd="0" presId="urn:microsoft.com/office/officeart/2018/2/layout/IconVerticalSolidList"/>
    <dgm:cxn modelId="{2BCC3A3A-33A6-49A0-BEC1-C0E0318CB235}" type="presParOf" srcId="{720538F1-2652-4C12-8310-37F347C5A19D}" destId="{2DE24ABF-0EA7-4230-873E-B402C3600BE4}" srcOrd="1" destOrd="0" presId="urn:microsoft.com/office/officeart/2018/2/layout/IconVerticalSolidList"/>
    <dgm:cxn modelId="{51C8B63E-D148-4047-9CBC-8179339627E8}" type="presParOf" srcId="{720538F1-2652-4C12-8310-37F347C5A19D}" destId="{A412AD9A-B268-4253-BD27-59E7A5B7E299}" srcOrd="2" destOrd="0" presId="urn:microsoft.com/office/officeart/2018/2/layout/IconVerticalSolidList"/>
    <dgm:cxn modelId="{F5827F67-AC77-4C29-9B94-5A1E7FE1C2D7}" type="presParOf" srcId="{720538F1-2652-4C12-8310-37F347C5A19D}" destId="{4A11AAC1-FFBC-4290-930D-B4DB7EEC3B16}" srcOrd="3" destOrd="0" presId="urn:microsoft.com/office/officeart/2018/2/layout/IconVerticalSolidList"/>
    <dgm:cxn modelId="{2A62CED4-CDE8-41E6-BEF8-5C3DAD5157B8}" type="presParOf" srcId="{FE829754-DB61-49CB-A809-04556B86F94B}" destId="{CDDBA863-4896-48C0-9A55-C1A1C11AA359}" srcOrd="1" destOrd="0" presId="urn:microsoft.com/office/officeart/2018/2/layout/IconVerticalSolidList"/>
    <dgm:cxn modelId="{DD81A30A-E67F-4BA7-9E06-F96CB024E3D3}" type="presParOf" srcId="{FE829754-DB61-49CB-A809-04556B86F94B}" destId="{21DAA447-42FB-41A6-9EBF-B2B257473A5B}" srcOrd="2" destOrd="0" presId="urn:microsoft.com/office/officeart/2018/2/layout/IconVerticalSolidList"/>
    <dgm:cxn modelId="{20D572EE-75B8-447B-BC5B-3B095AA77124}" type="presParOf" srcId="{21DAA447-42FB-41A6-9EBF-B2B257473A5B}" destId="{B7A9096E-3F4F-4DE8-87D8-C71D237CDD99}" srcOrd="0" destOrd="0" presId="urn:microsoft.com/office/officeart/2018/2/layout/IconVerticalSolidList"/>
    <dgm:cxn modelId="{EE0F3E5F-D68E-49DD-A280-172D743BED85}" type="presParOf" srcId="{21DAA447-42FB-41A6-9EBF-B2B257473A5B}" destId="{14012741-BB4A-4041-B475-D139564C33F6}" srcOrd="1" destOrd="0" presId="urn:microsoft.com/office/officeart/2018/2/layout/IconVerticalSolidList"/>
    <dgm:cxn modelId="{197ABD12-68F9-463F-954C-A9809444D516}" type="presParOf" srcId="{21DAA447-42FB-41A6-9EBF-B2B257473A5B}" destId="{07824B08-32B4-4132-9F76-8DBBD5FF9BD0}" srcOrd="2" destOrd="0" presId="urn:microsoft.com/office/officeart/2018/2/layout/IconVerticalSolidList"/>
    <dgm:cxn modelId="{E98EE2B6-260F-4D63-94D7-E63655A81C94}" type="presParOf" srcId="{21DAA447-42FB-41A6-9EBF-B2B257473A5B}" destId="{796C63A6-366D-4FC0-9344-227196FEEFFB}" srcOrd="3" destOrd="0" presId="urn:microsoft.com/office/officeart/2018/2/layout/IconVerticalSolidList"/>
    <dgm:cxn modelId="{F30F93F6-5C06-4080-BEB6-A50D104CE222}" type="presParOf" srcId="{FE829754-DB61-49CB-A809-04556B86F94B}" destId="{DE4A9A18-6C51-40D0-BE4B-AB97EDFBCA6A}" srcOrd="3" destOrd="0" presId="urn:microsoft.com/office/officeart/2018/2/layout/IconVerticalSolidList"/>
    <dgm:cxn modelId="{6CA7D220-C5EC-467B-84A9-7BCE6ACDA420}" type="presParOf" srcId="{FE829754-DB61-49CB-A809-04556B86F94B}" destId="{792CDBD4-088D-41CE-9EAC-C235F8B19ED6}" srcOrd="4" destOrd="0" presId="urn:microsoft.com/office/officeart/2018/2/layout/IconVerticalSolidList"/>
    <dgm:cxn modelId="{4203E7A3-D1CC-4062-8FEF-6F75A7AD2792}" type="presParOf" srcId="{792CDBD4-088D-41CE-9EAC-C235F8B19ED6}" destId="{1BF2C6F4-B3BA-47AC-8D3E-39F8D771DF5E}" srcOrd="0" destOrd="0" presId="urn:microsoft.com/office/officeart/2018/2/layout/IconVerticalSolidList"/>
    <dgm:cxn modelId="{E27D0F22-3A7F-4D01-9398-0EA12768C4D9}" type="presParOf" srcId="{792CDBD4-088D-41CE-9EAC-C235F8B19ED6}" destId="{56EB0FB2-4561-4F70-A086-DBC70E1697AB}" srcOrd="1" destOrd="0" presId="urn:microsoft.com/office/officeart/2018/2/layout/IconVerticalSolidList"/>
    <dgm:cxn modelId="{8237B751-5859-4BE0-880A-AACB7484BAF1}" type="presParOf" srcId="{792CDBD4-088D-41CE-9EAC-C235F8B19ED6}" destId="{B1802CEF-5B91-4E79-8251-D76011A85BDA}" srcOrd="2" destOrd="0" presId="urn:microsoft.com/office/officeart/2018/2/layout/IconVerticalSolidList"/>
    <dgm:cxn modelId="{EAC09941-4E43-44FD-BA77-E1A24878C03F}" type="presParOf" srcId="{792CDBD4-088D-41CE-9EAC-C235F8B19ED6}" destId="{4C7651F1-B739-4D51-BFE8-A6F109FFB534}" srcOrd="3" destOrd="0" presId="urn:microsoft.com/office/officeart/2018/2/layout/IconVerticalSolidList"/>
    <dgm:cxn modelId="{8FB83A13-B91C-4F1C-B4AB-CCEC8C932CB6}" type="presParOf" srcId="{FE829754-DB61-49CB-A809-04556B86F94B}" destId="{8A3D1003-DC41-4821-997B-E565216B0956}" srcOrd="5" destOrd="0" presId="urn:microsoft.com/office/officeart/2018/2/layout/IconVerticalSolidList"/>
    <dgm:cxn modelId="{0CB702E9-C28E-41C1-8188-F84F178E7038}" type="presParOf" srcId="{FE829754-DB61-49CB-A809-04556B86F94B}" destId="{1CFAB5BA-1284-46C5-A63B-A6FF5CBFB9A7}" srcOrd="6" destOrd="0" presId="urn:microsoft.com/office/officeart/2018/2/layout/IconVerticalSolidList"/>
    <dgm:cxn modelId="{F5E01AD7-84BA-4426-ABF8-7658646D03CE}" type="presParOf" srcId="{1CFAB5BA-1284-46C5-A63B-A6FF5CBFB9A7}" destId="{A3D28BE7-232D-4CBC-9B69-45919EE6018C}" srcOrd="0" destOrd="0" presId="urn:microsoft.com/office/officeart/2018/2/layout/IconVerticalSolidList"/>
    <dgm:cxn modelId="{B4A99A5B-F30B-4BF0-AE7C-A82DC1B7D382}" type="presParOf" srcId="{1CFAB5BA-1284-46C5-A63B-A6FF5CBFB9A7}" destId="{679EF058-AE9A-499E-96FA-8AA64E6BFAE2}" srcOrd="1" destOrd="0" presId="urn:microsoft.com/office/officeart/2018/2/layout/IconVerticalSolidList"/>
    <dgm:cxn modelId="{5CB783A6-EB69-446B-881F-F6D8A76C0541}" type="presParOf" srcId="{1CFAB5BA-1284-46C5-A63B-A6FF5CBFB9A7}" destId="{85BEA359-516D-49C5-A33E-87B2CFBDF38A}" srcOrd="2" destOrd="0" presId="urn:microsoft.com/office/officeart/2018/2/layout/IconVerticalSolidList"/>
    <dgm:cxn modelId="{1341B969-7E6C-4B9C-ADA1-682CA541C04D}" type="presParOf" srcId="{1CFAB5BA-1284-46C5-A63B-A6FF5CBFB9A7}" destId="{D9865121-F2AD-4377-93FD-A74B8D57EB2C}" srcOrd="3" destOrd="0" presId="urn:microsoft.com/office/officeart/2018/2/layout/IconVerticalSolidList"/>
    <dgm:cxn modelId="{0947BD9D-2144-4F39-97E8-8BE19AD16AA2}" type="presParOf" srcId="{FE829754-DB61-49CB-A809-04556B86F94B}" destId="{FAE2DA9A-ACEA-447E-A994-C802BF00B3CE}" srcOrd="7" destOrd="0" presId="urn:microsoft.com/office/officeart/2018/2/layout/IconVerticalSolidList"/>
    <dgm:cxn modelId="{B6F86234-C4E5-424D-AA62-C2436C1F9B74}" type="presParOf" srcId="{FE829754-DB61-49CB-A809-04556B86F94B}" destId="{965257AA-0792-4846-B850-23A151159F0B}" srcOrd="8" destOrd="0" presId="urn:microsoft.com/office/officeart/2018/2/layout/IconVerticalSolidList"/>
    <dgm:cxn modelId="{B0A3E561-34DB-47CB-B956-C046699D0FDD}" type="presParOf" srcId="{965257AA-0792-4846-B850-23A151159F0B}" destId="{14E38942-6161-44D7-AA66-2702684CE05A}" srcOrd="0" destOrd="0" presId="urn:microsoft.com/office/officeart/2018/2/layout/IconVerticalSolidList"/>
    <dgm:cxn modelId="{150B86BD-255C-4771-AA7C-EF980FD01365}" type="presParOf" srcId="{965257AA-0792-4846-B850-23A151159F0B}" destId="{569712A1-A968-4980-BB86-D07FEFF42024}" srcOrd="1" destOrd="0" presId="urn:microsoft.com/office/officeart/2018/2/layout/IconVerticalSolidList"/>
    <dgm:cxn modelId="{DD27A11E-F7C9-4E91-AF83-9CE7991A0941}" type="presParOf" srcId="{965257AA-0792-4846-B850-23A151159F0B}" destId="{64CE613C-F059-499E-B681-9D263E801943}" srcOrd="2" destOrd="0" presId="urn:microsoft.com/office/officeart/2018/2/layout/IconVerticalSolidList"/>
    <dgm:cxn modelId="{1B854E20-EC45-4296-9B6D-B8B714A8D5D7}" type="presParOf" srcId="{965257AA-0792-4846-B850-23A151159F0B}" destId="{05665BB2-CC04-411A-8DB0-2C69D9D0B4C9}" srcOrd="3" destOrd="0" presId="urn:microsoft.com/office/officeart/2018/2/layout/IconVerticalSolidList"/>
    <dgm:cxn modelId="{B24616E3-CB1F-4EC8-BD4C-BC397CAA0057}" type="presParOf" srcId="{FE829754-DB61-49CB-A809-04556B86F94B}" destId="{5988E531-6954-420D-BC80-9E6B5D321310}" srcOrd="9" destOrd="0" presId="urn:microsoft.com/office/officeart/2018/2/layout/IconVerticalSolidList"/>
    <dgm:cxn modelId="{15C5075A-6371-436E-B030-D74CF0491DD3}" type="presParOf" srcId="{FE829754-DB61-49CB-A809-04556B86F94B}" destId="{AAED9656-CB96-4043-A8B8-FE3DDAB80433}" srcOrd="10" destOrd="0" presId="urn:microsoft.com/office/officeart/2018/2/layout/IconVerticalSolidList"/>
    <dgm:cxn modelId="{773981CF-3014-4012-870C-449B16164E7C}" type="presParOf" srcId="{AAED9656-CB96-4043-A8B8-FE3DDAB80433}" destId="{DD20FA55-A91F-4CD1-B5BF-BD5D24EE447C}" srcOrd="0" destOrd="0" presId="urn:microsoft.com/office/officeart/2018/2/layout/IconVerticalSolidList"/>
    <dgm:cxn modelId="{6BF45FC1-0965-4BAB-BCF7-F1C50748527B}" type="presParOf" srcId="{AAED9656-CB96-4043-A8B8-FE3DDAB80433}" destId="{2057AF8D-7D81-41F9-B040-EB102F24D628}" srcOrd="1" destOrd="0" presId="urn:microsoft.com/office/officeart/2018/2/layout/IconVerticalSolidList"/>
    <dgm:cxn modelId="{2A6F2CBC-0EB5-40A3-BEA3-4668121A70D1}" type="presParOf" srcId="{AAED9656-CB96-4043-A8B8-FE3DDAB80433}" destId="{A5D44BDD-F52C-4EFD-96D2-070A2191A2D2}" srcOrd="2" destOrd="0" presId="urn:microsoft.com/office/officeart/2018/2/layout/IconVerticalSolidList"/>
    <dgm:cxn modelId="{97D20361-E2D2-4103-A609-21D6AE73F61C}" type="presParOf" srcId="{AAED9656-CB96-4043-A8B8-FE3DDAB80433}" destId="{7D2ED871-58EC-4611-92D2-22E80A59A58A}"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926F935A-6E98-4890-AD52-2682904F7852}" type="doc">
      <dgm:prSet loTypeId="urn:microsoft.com/office/officeart/2005/8/layout/matrix3" loCatId="matrix" qsTypeId="urn:microsoft.com/office/officeart/2005/8/quickstyle/simple1" qsCatId="simple" csTypeId="urn:microsoft.com/office/officeart/2005/8/colors/colorful1" csCatId="colorful"/>
      <dgm:spPr/>
      <dgm:t>
        <a:bodyPr/>
        <a:lstStyle/>
        <a:p>
          <a:endParaRPr lang="en-US"/>
        </a:p>
      </dgm:t>
    </dgm:pt>
    <dgm:pt modelId="{E2AEE26E-B8B5-4ECD-90C1-8EAA9DFD00DE}">
      <dgm:prSet/>
      <dgm:spPr/>
      <dgm:t>
        <a:bodyPr/>
        <a:lstStyle/>
        <a:p>
          <a:r>
            <a:rPr lang="en-US" b="0" i="0"/>
            <a:t>Cole – Frontend (UI &amp; routing)</a:t>
          </a:r>
          <a:endParaRPr lang="en-US"/>
        </a:p>
      </dgm:t>
    </dgm:pt>
    <dgm:pt modelId="{FA65264C-BA33-4B9F-90E3-4BD4B77BC791}" type="parTrans" cxnId="{FBF02EF9-760B-4B87-82AD-A32396A87E74}">
      <dgm:prSet/>
      <dgm:spPr/>
      <dgm:t>
        <a:bodyPr/>
        <a:lstStyle/>
        <a:p>
          <a:endParaRPr lang="en-US"/>
        </a:p>
      </dgm:t>
    </dgm:pt>
    <dgm:pt modelId="{19C137F0-6E2A-43CE-B160-151ED50E37CF}" type="sibTrans" cxnId="{FBF02EF9-760B-4B87-82AD-A32396A87E74}">
      <dgm:prSet/>
      <dgm:spPr/>
      <dgm:t>
        <a:bodyPr/>
        <a:lstStyle/>
        <a:p>
          <a:endParaRPr lang="en-US"/>
        </a:p>
      </dgm:t>
    </dgm:pt>
    <dgm:pt modelId="{F6ACE47B-74CF-4995-9B05-A777504BDE3A}">
      <dgm:prSet/>
      <dgm:spPr/>
      <dgm:t>
        <a:bodyPr/>
        <a:lstStyle/>
        <a:p>
          <a:r>
            <a:rPr lang="en-US" b="0" i="0"/>
            <a:t>CJ – Backend (API &amp; logic)</a:t>
          </a:r>
          <a:endParaRPr lang="en-US"/>
        </a:p>
      </dgm:t>
    </dgm:pt>
    <dgm:pt modelId="{C4A823B2-7CFE-47F3-A94E-8B96EFE4006A}" type="parTrans" cxnId="{B2534558-CF80-4885-AD6F-DB62AAEA61E7}">
      <dgm:prSet/>
      <dgm:spPr/>
      <dgm:t>
        <a:bodyPr/>
        <a:lstStyle/>
        <a:p>
          <a:endParaRPr lang="en-US"/>
        </a:p>
      </dgm:t>
    </dgm:pt>
    <dgm:pt modelId="{33CA3734-F6AF-4AA6-924A-F1B53D9F8BE3}" type="sibTrans" cxnId="{B2534558-CF80-4885-AD6F-DB62AAEA61E7}">
      <dgm:prSet/>
      <dgm:spPr/>
      <dgm:t>
        <a:bodyPr/>
        <a:lstStyle/>
        <a:p>
          <a:endParaRPr lang="en-US"/>
        </a:p>
      </dgm:t>
    </dgm:pt>
    <dgm:pt modelId="{68213382-48B2-437E-A3B5-1659B67DDDA0}">
      <dgm:prSet/>
      <dgm:spPr/>
      <dgm:t>
        <a:bodyPr/>
        <a:lstStyle/>
        <a:p>
          <a:r>
            <a:rPr lang="en-US" b="0" i="0"/>
            <a:t>Bill – Database (models &amp; CRUD)</a:t>
          </a:r>
          <a:endParaRPr lang="en-US"/>
        </a:p>
      </dgm:t>
    </dgm:pt>
    <dgm:pt modelId="{B30D86C1-02D6-4F43-9516-18944DA66045}" type="parTrans" cxnId="{5B041A6F-C936-4DC8-89F9-605928368EA3}">
      <dgm:prSet/>
      <dgm:spPr/>
      <dgm:t>
        <a:bodyPr/>
        <a:lstStyle/>
        <a:p>
          <a:endParaRPr lang="en-US"/>
        </a:p>
      </dgm:t>
    </dgm:pt>
    <dgm:pt modelId="{C8C51937-E4E7-40D3-93D9-6377D0E95A7D}" type="sibTrans" cxnId="{5B041A6F-C936-4DC8-89F9-605928368EA3}">
      <dgm:prSet/>
      <dgm:spPr/>
      <dgm:t>
        <a:bodyPr/>
        <a:lstStyle/>
        <a:p>
          <a:endParaRPr lang="en-US"/>
        </a:p>
      </dgm:t>
    </dgm:pt>
    <dgm:pt modelId="{366AA413-BFBA-41F7-8ADE-B7D66BFFAD77}">
      <dgm:prSet/>
      <dgm:spPr/>
      <dgm:t>
        <a:bodyPr/>
        <a:lstStyle/>
        <a:p>
          <a:r>
            <a:rPr lang="en-US" b="0" i="0"/>
            <a:t>Grant – Presentation + Docs</a:t>
          </a:r>
          <a:endParaRPr lang="en-US"/>
        </a:p>
      </dgm:t>
    </dgm:pt>
    <dgm:pt modelId="{72BB4549-AF10-4B16-9C2D-414665B591F8}" type="parTrans" cxnId="{EE43B377-38AD-45D4-BF6A-DE670F610FEC}">
      <dgm:prSet/>
      <dgm:spPr/>
      <dgm:t>
        <a:bodyPr/>
        <a:lstStyle/>
        <a:p>
          <a:endParaRPr lang="en-US"/>
        </a:p>
      </dgm:t>
    </dgm:pt>
    <dgm:pt modelId="{03E245BE-BD49-4031-8F1D-5A441A5322FB}" type="sibTrans" cxnId="{EE43B377-38AD-45D4-BF6A-DE670F610FEC}">
      <dgm:prSet/>
      <dgm:spPr/>
      <dgm:t>
        <a:bodyPr/>
        <a:lstStyle/>
        <a:p>
          <a:endParaRPr lang="en-US"/>
        </a:p>
      </dgm:t>
    </dgm:pt>
    <dgm:pt modelId="{BD00DFC5-5C4F-4A4C-A62A-78991AF6CFDE}" type="pres">
      <dgm:prSet presAssocID="{926F935A-6E98-4890-AD52-2682904F7852}" presName="matrix" presStyleCnt="0">
        <dgm:presLayoutVars>
          <dgm:chMax val="1"/>
          <dgm:dir/>
          <dgm:resizeHandles val="exact"/>
        </dgm:presLayoutVars>
      </dgm:prSet>
      <dgm:spPr/>
    </dgm:pt>
    <dgm:pt modelId="{D60A1FF1-30A2-4976-B544-5BB183C665B8}" type="pres">
      <dgm:prSet presAssocID="{926F935A-6E98-4890-AD52-2682904F7852}" presName="diamond" presStyleLbl="bgShp" presStyleIdx="0" presStyleCnt="1"/>
      <dgm:spPr/>
    </dgm:pt>
    <dgm:pt modelId="{00D6E53A-DAA6-44BC-9026-CE46CB1EA2F4}" type="pres">
      <dgm:prSet presAssocID="{926F935A-6E98-4890-AD52-2682904F7852}" presName="quad1" presStyleLbl="node1" presStyleIdx="0" presStyleCnt="4">
        <dgm:presLayoutVars>
          <dgm:chMax val="0"/>
          <dgm:chPref val="0"/>
          <dgm:bulletEnabled val="1"/>
        </dgm:presLayoutVars>
      </dgm:prSet>
      <dgm:spPr/>
    </dgm:pt>
    <dgm:pt modelId="{54075355-96F3-43B3-9E7C-6C760440E980}" type="pres">
      <dgm:prSet presAssocID="{926F935A-6E98-4890-AD52-2682904F7852}" presName="quad2" presStyleLbl="node1" presStyleIdx="1" presStyleCnt="4">
        <dgm:presLayoutVars>
          <dgm:chMax val="0"/>
          <dgm:chPref val="0"/>
          <dgm:bulletEnabled val="1"/>
        </dgm:presLayoutVars>
      </dgm:prSet>
      <dgm:spPr/>
    </dgm:pt>
    <dgm:pt modelId="{D10F7CDC-65E6-401D-9466-C859F524FE6B}" type="pres">
      <dgm:prSet presAssocID="{926F935A-6E98-4890-AD52-2682904F7852}" presName="quad3" presStyleLbl="node1" presStyleIdx="2" presStyleCnt="4">
        <dgm:presLayoutVars>
          <dgm:chMax val="0"/>
          <dgm:chPref val="0"/>
          <dgm:bulletEnabled val="1"/>
        </dgm:presLayoutVars>
      </dgm:prSet>
      <dgm:spPr/>
    </dgm:pt>
    <dgm:pt modelId="{C89B4732-D9E8-4049-9552-297FD45CBEC4}" type="pres">
      <dgm:prSet presAssocID="{926F935A-6E98-4890-AD52-2682904F7852}" presName="quad4" presStyleLbl="node1" presStyleIdx="3" presStyleCnt="4">
        <dgm:presLayoutVars>
          <dgm:chMax val="0"/>
          <dgm:chPref val="0"/>
          <dgm:bulletEnabled val="1"/>
        </dgm:presLayoutVars>
      </dgm:prSet>
      <dgm:spPr/>
    </dgm:pt>
  </dgm:ptLst>
  <dgm:cxnLst>
    <dgm:cxn modelId="{9C77C81A-A28E-4A55-9177-FD33C3120997}" type="presOf" srcId="{E2AEE26E-B8B5-4ECD-90C1-8EAA9DFD00DE}" destId="{00D6E53A-DAA6-44BC-9026-CE46CB1EA2F4}" srcOrd="0" destOrd="0" presId="urn:microsoft.com/office/officeart/2005/8/layout/matrix3"/>
    <dgm:cxn modelId="{5B041A6F-C936-4DC8-89F9-605928368EA3}" srcId="{926F935A-6E98-4890-AD52-2682904F7852}" destId="{68213382-48B2-437E-A3B5-1659B67DDDA0}" srcOrd="2" destOrd="0" parTransId="{B30D86C1-02D6-4F43-9516-18944DA66045}" sibTransId="{C8C51937-E4E7-40D3-93D9-6377D0E95A7D}"/>
    <dgm:cxn modelId="{EE43B377-38AD-45D4-BF6A-DE670F610FEC}" srcId="{926F935A-6E98-4890-AD52-2682904F7852}" destId="{366AA413-BFBA-41F7-8ADE-B7D66BFFAD77}" srcOrd="3" destOrd="0" parTransId="{72BB4549-AF10-4B16-9C2D-414665B591F8}" sibTransId="{03E245BE-BD49-4031-8F1D-5A441A5322FB}"/>
    <dgm:cxn modelId="{B2534558-CF80-4885-AD6F-DB62AAEA61E7}" srcId="{926F935A-6E98-4890-AD52-2682904F7852}" destId="{F6ACE47B-74CF-4995-9B05-A777504BDE3A}" srcOrd="1" destOrd="0" parTransId="{C4A823B2-7CFE-47F3-A94E-8B96EFE4006A}" sibTransId="{33CA3734-F6AF-4AA6-924A-F1B53D9F8BE3}"/>
    <dgm:cxn modelId="{83F35CD5-71D1-4486-8E05-0F4B000E52BA}" type="presOf" srcId="{926F935A-6E98-4890-AD52-2682904F7852}" destId="{BD00DFC5-5C4F-4A4C-A62A-78991AF6CFDE}" srcOrd="0" destOrd="0" presId="urn:microsoft.com/office/officeart/2005/8/layout/matrix3"/>
    <dgm:cxn modelId="{9B3E01DD-CADD-486C-8B48-ECE68BAF9D2B}" type="presOf" srcId="{366AA413-BFBA-41F7-8ADE-B7D66BFFAD77}" destId="{C89B4732-D9E8-4049-9552-297FD45CBEC4}" srcOrd="0" destOrd="0" presId="urn:microsoft.com/office/officeart/2005/8/layout/matrix3"/>
    <dgm:cxn modelId="{81660DDD-C762-426B-A8FD-CE78D58CC382}" type="presOf" srcId="{F6ACE47B-74CF-4995-9B05-A777504BDE3A}" destId="{54075355-96F3-43B3-9E7C-6C760440E980}" srcOrd="0" destOrd="0" presId="urn:microsoft.com/office/officeart/2005/8/layout/matrix3"/>
    <dgm:cxn modelId="{944F49DE-1623-4114-80C9-EEA0A077BE6C}" type="presOf" srcId="{68213382-48B2-437E-A3B5-1659B67DDDA0}" destId="{D10F7CDC-65E6-401D-9466-C859F524FE6B}" srcOrd="0" destOrd="0" presId="urn:microsoft.com/office/officeart/2005/8/layout/matrix3"/>
    <dgm:cxn modelId="{FBF02EF9-760B-4B87-82AD-A32396A87E74}" srcId="{926F935A-6E98-4890-AD52-2682904F7852}" destId="{E2AEE26E-B8B5-4ECD-90C1-8EAA9DFD00DE}" srcOrd="0" destOrd="0" parTransId="{FA65264C-BA33-4B9F-90E3-4BD4B77BC791}" sibTransId="{19C137F0-6E2A-43CE-B160-151ED50E37CF}"/>
    <dgm:cxn modelId="{5C6104CB-EED7-4E3B-A12A-96FCD135AEA6}" type="presParOf" srcId="{BD00DFC5-5C4F-4A4C-A62A-78991AF6CFDE}" destId="{D60A1FF1-30A2-4976-B544-5BB183C665B8}" srcOrd="0" destOrd="0" presId="urn:microsoft.com/office/officeart/2005/8/layout/matrix3"/>
    <dgm:cxn modelId="{273813F6-756D-43C2-A174-8B88FF62F225}" type="presParOf" srcId="{BD00DFC5-5C4F-4A4C-A62A-78991AF6CFDE}" destId="{00D6E53A-DAA6-44BC-9026-CE46CB1EA2F4}" srcOrd="1" destOrd="0" presId="urn:microsoft.com/office/officeart/2005/8/layout/matrix3"/>
    <dgm:cxn modelId="{8FD43422-191C-47E4-ACF1-D22C13A5DDAB}" type="presParOf" srcId="{BD00DFC5-5C4F-4A4C-A62A-78991AF6CFDE}" destId="{54075355-96F3-43B3-9E7C-6C760440E980}" srcOrd="2" destOrd="0" presId="urn:microsoft.com/office/officeart/2005/8/layout/matrix3"/>
    <dgm:cxn modelId="{273053FE-381A-4508-8D6E-690AD0D3CEAB}" type="presParOf" srcId="{BD00DFC5-5C4F-4A4C-A62A-78991AF6CFDE}" destId="{D10F7CDC-65E6-401D-9466-C859F524FE6B}" srcOrd="3" destOrd="0" presId="urn:microsoft.com/office/officeart/2005/8/layout/matrix3"/>
    <dgm:cxn modelId="{0352B017-F9DA-4494-A2EA-98B6EC135C0C}" type="presParOf" srcId="{BD00DFC5-5C4F-4A4C-A62A-78991AF6CFDE}" destId="{C89B4732-D9E8-4049-9552-297FD45CBEC4}" srcOrd="4" destOrd="0" presId="urn:microsoft.com/office/officeart/2005/8/layout/matrix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2279E2C5-F395-45FF-A5CC-4A02A4148079}" type="doc">
      <dgm:prSet loTypeId="urn:microsoft.com/office/officeart/2017/3/layout/HorizontalPathTimeline" loCatId="process" qsTypeId="urn:microsoft.com/office/officeart/2005/8/quickstyle/simple1" qsCatId="simple" csTypeId="urn:microsoft.com/office/officeart/2005/8/colors/accent1_2" csCatId="accent1" phldr="1"/>
      <dgm:spPr/>
      <dgm:t>
        <a:bodyPr/>
        <a:lstStyle/>
        <a:p>
          <a:endParaRPr lang="en-US"/>
        </a:p>
      </dgm:t>
    </dgm:pt>
    <dgm:pt modelId="{A6167335-E86C-467B-B2D9-23CFDAA64E43}">
      <dgm:prSet/>
      <dgm:spPr/>
      <dgm:t>
        <a:bodyPr/>
        <a:lstStyle/>
        <a:p>
          <a:pPr>
            <a:defRPr b="1"/>
          </a:pPr>
          <a:r>
            <a:rPr lang="en-US"/>
            <a:t>29 Nov.</a:t>
          </a:r>
        </a:p>
      </dgm:t>
    </dgm:pt>
    <dgm:pt modelId="{0643A536-0284-4E4B-867C-C6FF3DC58C8D}" type="parTrans" cxnId="{4503373E-46F0-4013-B2A5-658BB0BA1C65}">
      <dgm:prSet/>
      <dgm:spPr/>
      <dgm:t>
        <a:bodyPr/>
        <a:lstStyle/>
        <a:p>
          <a:endParaRPr lang="en-US"/>
        </a:p>
      </dgm:t>
    </dgm:pt>
    <dgm:pt modelId="{FA57666C-F60A-4733-BDE9-C2D36772B012}" type="sibTrans" cxnId="{4503373E-46F0-4013-B2A5-658BB0BA1C65}">
      <dgm:prSet/>
      <dgm:spPr/>
      <dgm:t>
        <a:bodyPr/>
        <a:lstStyle/>
        <a:p>
          <a:endParaRPr lang="en-US"/>
        </a:p>
      </dgm:t>
    </dgm:pt>
    <dgm:pt modelId="{F00E79DA-863D-4E8E-A8FD-611CE933B27C}">
      <dgm:prSet/>
      <dgm:spPr/>
      <dgm:t>
        <a:bodyPr/>
        <a:lstStyle/>
        <a:p>
          <a:r>
            <a:rPr lang="en-US"/>
            <a:t>Setup &amp; login</a:t>
          </a:r>
        </a:p>
      </dgm:t>
    </dgm:pt>
    <dgm:pt modelId="{0500303F-B57B-42DD-B4C7-EF7B2B3BC943}" type="parTrans" cxnId="{D70FA1E1-22EE-4A57-AFCF-28F3D18BD00E}">
      <dgm:prSet/>
      <dgm:spPr/>
      <dgm:t>
        <a:bodyPr/>
        <a:lstStyle/>
        <a:p>
          <a:endParaRPr lang="en-US"/>
        </a:p>
      </dgm:t>
    </dgm:pt>
    <dgm:pt modelId="{9B7A7439-4DFC-47AE-9B0C-AC111C603FC8}" type="sibTrans" cxnId="{D70FA1E1-22EE-4A57-AFCF-28F3D18BD00E}">
      <dgm:prSet/>
      <dgm:spPr/>
      <dgm:t>
        <a:bodyPr/>
        <a:lstStyle/>
        <a:p>
          <a:endParaRPr lang="en-US"/>
        </a:p>
      </dgm:t>
    </dgm:pt>
    <dgm:pt modelId="{530453E5-E9A9-4DCE-900B-78A7583D941F}">
      <dgm:prSet/>
      <dgm:spPr/>
      <dgm:t>
        <a:bodyPr/>
        <a:lstStyle/>
        <a:p>
          <a:pPr>
            <a:defRPr b="1"/>
          </a:pPr>
          <a:r>
            <a:rPr lang="en-US"/>
            <a:t>4 Dec.</a:t>
          </a:r>
        </a:p>
      </dgm:t>
    </dgm:pt>
    <dgm:pt modelId="{6C067676-B0F1-45CA-B4F4-D052420C73C3}" type="parTrans" cxnId="{E3D48A47-087B-4B47-BF6F-553B6D83F751}">
      <dgm:prSet/>
      <dgm:spPr/>
      <dgm:t>
        <a:bodyPr/>
        <a:lstStyle/>
        <a:p>
          <a:endParaRPr lang="en-US"/>
        </a:p>
      </dgm:t>
    </dgm:pt>
    <dgm:pt modelId="{B22E9803-BAAA-4268-A7FD-87BB5DB8697D}" type="sibTrans" cxnId="{E3D48A47-087B-4B47-BF6F-553B6D83F751}">
      <dgm:prSet/>
      <dgm:spPr/>
      <dgm:t>
        <a:bodyPr/>
        <a:lstStyle/>
        <a:p>
          <a:endParaRPr lang="en-US"/>
        </a:p>
      </dgm:t>
    </dgm:pt>
    <dgm:pt modelId="{56832410-AA8A-467A-88B3-E61496D39776}">
      <dgm:prSet/>
      <dgm:spPr/>
      <dgm:t>
        <a:bodyPr/>
        <a:lstStyle/>
        <a:p>
          <a:r>
            <a:rPr lang="en-US"/>
            <a:t>CRUD + pages complete</a:t>
          </a:r>
        </a:p>
      </dgm:t>
    </dgm:pt>
    <dgm:pt modelId="{07D8F574-2165-44B8-BC9E-6A1CB82E3579}" type="parTrans" cxnId="{0BDA5CF5-109F-42B0-953B-B234C8A9200C}">
      <dgm:prSet/>
      <dgm:spPr/>
      <dgm:t>
        <a:bodyPr/>
        <a:lstStyle/>
        <a:p>
          <a:endParaRPr lang="en-US"/>
        </a:p>
      </dgm:t>
    </dgm:pt>
    <dgm:pt modelId="{BBC582F8-5FE9-4D4E-80D3-EA17AE001548}" type="sibTrans" cxnId="{0BDA5CF5-109F-42B0-953B-B234C8A9200C}">
      <dgm:prSet/>
      <dgm:spPr/>
      <dgm:t>
        <a:bodyPr/>
        <a:lstStyle/>
        <a:p>
          <a:endParaRPr lang="en-US"/>
        </a:p>
      </dgm:t>
    </dgm:pt>
    <dgm:pt modelId="{B85B18D9-6F38-47C9-9C0C-96BBC357C5B0}">
      <dgm:prSet/>
      <dgm:spPr/>
      <dgm:t>
        <a:bodyPr/>
        <a:lstStyle/>
        <a:p>
          <a:pPr>
            <a:defRPr b="1"/>
          </a:pPr>
          <a:r>
            <a:rPr lang="en-US"/>
            <a:t>9 Dec.</a:t>
          </a:r>
        </a:p>
      </dgm:t>
    </dgm:pt>
    <dgm:pt modelId="{2219F38C-60A8-4CDB-9A16-6360F23B5CD2}" type="parTrans" cxnId="{1064EBA5-883C-49BC-AC0C-A9594FB18C75}">
      <dgm:prSet/>
      <dgm:spPr/>
      <dgm:t>
        <a:bodyPr/>
        <a:lstStyle/>
        <a:p>
          <a:endParaRPr lang="en-US"/>
        </a:p>
      </dgm:t>
    </dgm:pt>
    <dgm:pt modelId="{BF5933A8-DA75-4D30-A645-66D7D9EE3E16}" type="sibTrans" cxnId="{1064EBA5-883C-49BC-AC0C-A9594FB18C75}">
      <dgm:prSet/>
      <dgm:spPr/>
      <dgm:t>
        <a:bodyPr/>
        <a:lstStyle/>
        <a:p>
          <a:endParaRPr lang="en-US"/>
        </a:p>
      </dgm:t>
    </dgm:pt>
    <dgm:pt modelId="{A7D6D22A-FCEB-405A-B9DA-6BE174EA337E}">
      <dgm:prSet/>
      <dgm:spPr/>
      <dgm:t>
        <a:bodyPr/>
        <a:lstStyle/>
        <a:p>
          <a:r>
            <a:rPr lang="en-US"/>
            <a:t>Graphs + summary</a:t>
          </a:r>
        </a:p>
      </dgm:t>
    </dgm:pt>
    <dgm:pt modelId="{2122E7DB-4D80-4535-A0D0-30827CCC9049}" type="parTrans" cxnId="{7C63C85B-292D-4E76-A0FF-4BAFB7432DB9}">
      <dgm:prSet/>
      <dgm:spPr/>
      <dgm:t>
        <a:bodyPr/>
        <a:lstStyle/>
        <a:p>
          <a:endParaRPr lang="en-US"/>
        </a:p>
      </dgm:t>
    </dgm:pt>
    <dgm:pt modelId="{ED37A978-C025-4751-B948-2631A072CC00}" type="sibTrans" cxnId="{7C63C85B-292D-4E76-A0FF-4BAFB7432DB9}">
      <dgm:prSet/>
      <dgm:spPr/>
      <dgm:t>
        <a:bodyPr/>
        <a:lstStyle/>
        <a:p>
          <a:endParaRPr lang="en-US"/>
        </a:p>
      </dgm:t>
    </dgm:pt>
    <dgm:pt modelId="{1E07681F-630E-4675-AC73-CA76427FE811}">
      <dgm:prSet/>
      <dgm:spPr/>
      <dgm:t>
        <a:bodyPr/>
        <a:lstStyle/>
        <a:p>
          <a:pPr>
            <a:defRPr b="1"/>
          </a:pPr>
          <a:r>
            <a:rPr lang="en-US"/>
            <a:t>11 Dec.</a:t>
          </a:r>
        </a:p>
      </dgm:t>
    </dgm:pt>
    <dgm:pt modelId="{F4EAE72E-987E-43DB-920E-BFD3788CD767}" type="parTrans" cxnId="{CB2BC154-48D8-4D50-95ED-E8D3A7B84D68}">
      <dgm:prSet/>
      <dgm:spPr/>
      <dgm:t>
        <a:bodyPr/>
        <a:lstStyle/>
        <a:p>
          <a:endParaRPr lang="en-US"/>
        </a:p>
      </dgm:t>
    </dgm:pt>
    <dgm:pt modelId="{0C66A318-F731-4E6A-9728-74B627F48E6F}" type="sibTrans" cxnId="{CB2BC154-48D8-4D50-95ED-E8D3A7B84D68}">
      <dgm:prSet/>
      <dgm:spPr/>
      <dgm:t>
        <a:bodyPr/>
        <a:lstStyle/>
        <a:p>
          <a:endParaRPr lang="en-US"/>
        </a:p>
      </dgm:t>
    </dgm:pt>
    <dgm:pt modelId="{492C295A-CDC1-461D-903B-791388A28270}">
      <dgm:prSet/>
      <dgm:spPr/>
      <dgm:t>
        <a:bodyPr/>
        <a:lstStyle/>
        <a:p>
          <a:r>
            <a:rPr lang="en-US"/>
            <a:t>Final submission</a:t>
          </a:r>
        </a:p>
      </dgm:t>
    </dgm:pt>
    <dgm:pt modelId="{40981C15-1EE6-4CDC-81B0-D9E938AE1789}" type="parTrans" cxnId="{5410683E-C295-495E-97C4-6D6D18747CD9}">
      <dgm:prSet/>
      <dgm:spPr/>
      <dgm:t>
        <a:bodyPr/>
        <a:lstStyle/>
        <a:p>
          <a:endParaRPr lang="en-US"/>
        </a:p>
      </dgm:t>
    </dgm:pt>
    <dgm:pt modelId="{CA812B55-15C0-4648-9E76-344BCE9512A8}" type="sibTrans" cxnId="{5410683E-C295-495E-97C4-6D6D18747CD9}">
      <dgm:prSet/>
      <dgm:spPr/>
      <dgm:t>
        <a:bodyPr/>
        <a:lstStyle/>
        <a:p>
          <a:endParaRPr lang="en-US"/>
        </a:p>
      </dgm:t>
    </dgm:pt>
    <dgm:pt modelId="{E3BD76D8-3033-4868-8676-C7AB6BFC3954}" type="pres">
      <dgm:prSet presAssocID="{2279E2C5-F395-45FF-A5CC-4A02A4148079}" presName="root" presStyleCnt="0">
        <dgm:presLayoutVars>
          <dgm:chMax/>
          <dgm:chPref/>
          <dgm:animLvl val="lvl"/>
        </dgm:presLayoutVars>
      </dgm:prSet>
      <dgm:spPr/>
    </dgm:pt>
    <dgm:pt modelId="{522D4EC4-514D-4F61-A5FD-8029A30823E2}" type="pres">
      <dgm:prSet presAssocID="{2279E2C5-F395-45FF-A5CC-4A02A4148079}" presName="divider" presStyleLbl="node1" presStyleIdx="0" presStyleCnt="1"/>
      <dgm:spPr/>
    </dgm:pt>
    <dgm:pt modelId="{3F4D7E07-8973-4E8D-8361-B7818A0826A1}" type="pres">
      <dgm:prSet presAssocID="{2279E2C5-F395-45FF-A5CC-4A02A4148079}" presName="nodes" presStyleCnt="0">
        <dgm:presLayoutVars>
          <dgm:chMax/>
          <dgm:chPref/>
          <dgm:animLvl val="lvl"/>
        </dgm:presLayoutVars>
      </dgm:prSet>
      <dgm:spPr/>
    </dgm:pt>
    <dgm:pt modelId="{EFB7407C-EB40-4F87-9E4F-397FE4E64377}" type="pres">
      <dgm:prSet presAssocID="{A6167335-E86C-467B-B2D9-23CFDAA64E43}" presName="composite" presStyleCnt="0"/>
      <dgm:spPr/>
    </dgm:pt>
    <dgm:pt modelId="{DF1CDDB2-AE68-46C0-8803-556126471D03}" type="pres">
      <dgm:prSet presAssocID="{A6167335-E86C-467B-B2D9-23CFDAA64E43}" presName="L1TextContainer" presStyleLbl="revTx" presStyleIdx="0" presStyleCnt="4">
        <dgm:presLayoutVars>
          <dgm:chMax val="1"/>
          <dgm:chPref val="1"/>
          <dgm:bulletEnabled val="1"/>
        </dgm:presLayoutVars>
      </dgm:prSet>
      <dgm:spPr/>
    </dgm:pt>
    <dgm:pt modelId="{8E05FEB8-0A4F-4DD8-952C-B63F0A7286DE}" type="pres">
      <dgm:prSet presAssocID="{A6167335-E86C-467B-B2D9-23CFDAA64E43}" presName="L2TextContainerWrapper" presStyleCnt="0">
        <dgm:presLayoutVars>
          <dgm:chMax val="0"/>
          <dgm:chPref val="0"/>
          <dgm:bulletEnabled val="1"/>
        </dgm:presLayoutVars>
      </dgm:prSet>
      <dgm:spPr/>
    </dgm:pt>
    <dgm:pt modelId="{245135D7-69BB-4663-90C3-B2CB9BD33B41}" type="pres">
      <dgm:prSet presAssocID="{A6167335-E86C-467B-B2D9-23CFDAA64E43}" presName="L2TextContainer" presStyleLbl="bgAccFollowNode1" presStyleIdx="0" presStyleCnt="4"/>
      <dgm:spPr/>
    </dgm:pt>
    <dgm:pt modelId="{BA55A861-7E4A-4032-84FF-26EE09856D9D}" type="pres">
      <dgm:prSet presAssocID="{A6167335-E86C-467B-B2D9-23CFDAA64E43}" presName="FlexibleEmptyPlaceHolder" presStyleCnt="0"/>
      <dgm:spPr/>
    </dgm:pt>
    <dgm:pt modelId="{8F40FDFA-EB23-454A-8303-A793D3A928F4}" type="pres">
      <dgm:prSet presAssocID="{A6167335-E86C-467B-B2D9-23CFDAA64E43}" presName="ConnectLine" presStyleLbl="alignNode1" presStyleIdx="0" presStyleCnt="4"/>
      <dgm:spPr>
        <a:solidFill>
          <a:schemeClr val="accent1">
            <a:hueOff val="0"/>
            <a:satOff val="0"/>
            <a:lumOff val="0"/>
            <a:alphaOff val="0"/>
          </a:schemeClr>
        </a:solidFill>
        <a:ln w="6350" cap="rnd" cmpd="sng" algn="ctr">
          <a:solidFill>
            <a:schemeClr val="accent1">
              <a:hueOff val="0"/>
              <a:satOff val="0"/>
              <a:lumOff val="0"/>
              <a:alphaOff val="0"/>
            </a:schemeClr>
          </a:solidFill>
          <a:prstDash val="dash"/>
        </a:ln>
        <a:effectLst/>
      </dgm:spPr>
    </dgm:pt>
    <dgm:pt modelId="{3E759424-6BBD-400E-8BC4-637CD3A07E5A}" type="pres">
      <dgm:prSet presAssocID="{A6167335-E86C-467B-B2D9-23CFDAA64E43}" presName="ConnectorPoint" presStyleLbl="fgAcc1" presStyleIdx="0" presStyleCnt="4"/>
      <dgm:spPr>
        <a:solidFill>
          <a:schemeClr val="lt1">
            <a:alpha val="90000"/>
            <a:hueOff val="0"/>
            <a:satOff val="0"/>
            <a:lumOff val="0"/>
            <a:alphaOff val="0"/>
          </a:schemeClr>
        </a:solidFill>
        <a:ln w="19050" cap="rnd" cmpd="sng" algn="ctr">
          <a:noFill/>
          <a:prstDash val="solid"/>
        </a:ln>
        <a:effectLst/>
      </dgm:spPr>
    </dgm:pt>
    <dgm:pt modelId="{7CAE806D-102D-4FED-B04C-B3A568B958F2}" type="pres">
      <dgm:prSet presAssocID="{A6167335-E86C-467B-B2D9-23CFDAA64E43}" presName="EmptyPlaceHolder" presStyleCnt="0"/>
      <dgm:spPr/>
    </dgm:pt>
    <dgm:pt modelId="{7E4B7AD5-BEE5-4860-92AF-01A23504C033}" type="pres">
      <dgm:prSet presAssocID="{FA57666C-F60A-4733-BDE9-C2D36772B012}" presName="spaceBetweenRectangles" presStyleCnt="0"/>
      <dgm:spPr/>
    </dgm:pt>
    <dgm:pt modelId="{D068B654-A94D-48D5-9397-7521A00C431D}" type="pres">
      <dgm:prSet presAssocID="{530453E5-E9A9-4DCE-900B-78A7583D941F}" presName="composite" presStyleCnt="0"/>
      <dgm:spPr/>
    </dgm:pt>
    <dgm:pt modelId="{E8D58556-1762-4294-86CB-F96839CDFAD2}" type="pres">
      <dgm:prSet presAssocID="{530453E5-E9A9-4DCE-900B-78A7583D941F}" presName="L1TextContainer" presStyleLbl="revTx" presStyleIdx="1" presStyleCnt="4">
        <dgm:presLayoutVars>
          <dgm:chMax val="1"/>
          <dgm:chPref val="1"/>
          <dgm:bulletEnabled val="1"/>
        </dgm:presLayoutVars>
      </dgm:prSet>
      <dgm:spPr/>
    </dgm:pt>
    <dgm:pt modelId="{EF4BC696-4718-489C-9040-321CC18D3190}" type="pres">
      <dgm:prSet presAssocID="{530453E5-E9A9-4DCE-900B-78A7583D941F}" presName="L2TextContainerWrapper" presStyleCnt="0">
        <dgm:presLayoutVars>
          <dgm:chMax val="0"/>
          <dgm:chPref val="0"/>
          <dgm:bulletEnabled val="1"/>
        </dgm:presLayoutVars>
      </dgm:prSet>
      <dgm:spPr/>
    </dgm:pt>
    <dgm:pt modelId="{5AEE9F04-0E15-4A0D-BBFC-DA135E78E61B}" type="pres">
      <dgm:prSet presAssocID="{530453E5-E9A9-4DCE-900B-78A7583D941F}" presName="L2TextContainer" presStyleLbl="bgAccFollowNode1" presStyleIdx="1" presStyleCnt="4"/>
      <dgm:spPr/>
    </dgm:pt>
    <dgm:pt modelId="{87525CA2-3F26-4D9A-8107-D532925D2BB1}" type="pres">
      <dgm:prSet presAssocID="{530453E5-E9A9-4DCE-900B-78A7583D941F}" presName="FlexibleEmptyPlaceHolder" presStyleCnt="0"/>
      <dgm:spPr/>
    </dgm:pt>
    <dgm:pt modelId="{C0A556D3-E3AA-47AC-A75C-74515323BAEC}" type="pres">
      <dgm:prSet presAssocID="{530453E5-E9A9-4DCE-900B-78A7583D941F}" presName="ConnectLine" presStyleLbl="alignNode1" presStyleIdx="1" presStyleCnt="4"/>
      <dgm:spPr>
        <a:solidFill>
          <a:schemeClr val="accent1">
            <a:hueOff val="0"/>
            <a:satOff val="0"/>
            <a:lumOff val="0"/>
            <a:alphaOff val="0"/>
          </a:schemeClr>
        </a:solidFill>
        <a:ln w="6350" cap="rnd" cmpd="sng" algn="ctr">
          <a:solidFill>
            <a:schemeClr val="accent1">
              <a:hueOff val="0"/>
              <a:satOff val="0"/>
              <a:lumOff val="0"/>
              <a:alphaOff val="0"/>
            </a:schemeClr>
          </a:solidFill>
          <a:prstDash val="dash"/>
        </a:ln>
        <a:effectLst/>
      </dgm:spPr>
    </dgm:pt>
    <dgm:pt modelId="{7200CFD1-2AD4-49D9-9A87-B685825A005A}" type="pres">
      <dgm:prSet presAssocID="{530453E5-E9A9-4DCE-900B-78A7583D941F}" presName="ConnectorPoint" presStyleLbl="fgAcc1" presStyleIdx="1" presStyleCnt="4"/>
      <dgm:spPr>
        <a:solidFill>
          <a:schemeClr val="lt1">
            <a:alpha val="90000"/>
            <a:hueOff val="0"/>
            <a:satOff val="0"/>
            <a:lumOff val="0"/>
            <a:alphaOff val="0"/>
          </a:schemeClr>
        </a:solidFill>
        <a:ln w="19050" cap="rnd" cmpd="sng" algn="ctr">
          <a:noFill/>
          <a:prstDash val="solid"/>
        </a:ln>
        <a:effectLst/>
      </dgm:spPr>
    </dgm:pt>
    <dgm:pt modelId="{605EA3AE-BEEA-4837-B68E-1036C585BFB1}" type="pres">
      <dgm:prSet presAssocID="{530453E5-E9A9-4DCE-900B-78A7583D941F}" presName="EmptyPlaceHolder" presStyleCnt="0"/>
      <dgm:spPr/>
    </dgm:pt>
    <dgm:pt modelId="{A160347D-4A98-4C5C-82F1-0C5235157BAD}" type="pres">
      <dgm:prSet presAssocID="{B22E9803-BAAA-4268-A7FD-87BB5DB8697D}" presName="spaceBetweenRectangles" presStyleCnt="0"/>
      <dgm:spPr/>
    </dgm:pt>
    <dgm:pt modelId="{F67CB83C-1686-4843-8EE3-6DFF10DF0299}" type="pres">
      <dgm:prSet presAssocID="{B85B18D9-6F38-47C9-9C0C-96BBC357C5B0}" presName="composite" presStyleCnt="0"/>
      <dgm:spPr/>
    </dgm:pt>
    <dgm:pt modelId="{847F8948-3F8C-40EC-BDEE-90D8BEE0DAE3}" type="pres">
      <dgm:prSet presAssocID="{B85B18D9-6F38-47C9-9C0C-96BBC357C5B0}" presName="L1TextContainer" presStyleLbl="revTx" presStyleIdx="2" presStyleCnt="4">
        <dgm:presLayoutVars>
          <dgm:chMax val="1"/>
          <dgm:chPref val="1"/>
          <dgm:bulletEnabled val="1"/>
        </dgm:presLayoutVars>
      </dgm:prSet>
      <dgm:spPr/>
    </dgm:pt>
    <dgm:pt modelId="{6F976C12-7A21-4257-ADAF-578E033A8738}" type="pres">
      <dgm:prSet presAssocID="{B85B18D9-6F38-47C9-9C0C-96BBC357C5B0}" presName="L2TextContainerWrapper" presStyleCnt="0">
        <dgm:presLayoutVars>
          <dgm:chMax val="0"/>
          <dgm:chPref val="0"/>
          <dgm:bulletEnabled val="1"/>
        </dgm:presLayoutVars>
      </dgm:prSet>
      <dgm:spPr/>
    </dgm:pt>
    <dgm:pt modelId="{808DE705-DB11-43AC-8146-97DE19E754E8}" type="pres">
      <dgm:prSet presAssocID="{B85B18D9-6F38-47C9-9C0C-96BBC357C5B0}" presName="L2TextContainer" presStyleLbl="bgAccFollowNode1" presStyleIdx="2" presStyleCnt="4"/>
      <dgm:spPr/>
    </dgm:pt>
    <dgm:pt modelId="{0A601488-E565-41E2-A989-ECB2E9007901}" type="pres">
      <dgm:prSet presAssocID="{B85B18D9-6F38-47C9-9C0C-96BBC357C5B0}" presName="FlexibleEmptyPlaceHolder" presStyleCnt="0"/>
      <dgm:spPr/>
    </dgm:pt>
    <dgm:pt modelId="{E2F531FE-4C3E-4554-A7C3-4FC3D437FC4C}" type="pres">
      <dgm:prSet presAssocID="{B85B18D9-6F38-47C9-9C0C-96BBC357C5B0}" presName="ConnectLine" presStyleLbl="alignNode1" presStyleIdx="2" presStyleCnt="4"/>
      <dgm:spPr>
        <a:solidFill>
          <a:schemeClr val="accent1">
            <a:hueOff val="0"/>
            <a:satOff val="0"/>
            <a:lumOff val="0"/>
            <a:alphaOff val="0"/>
          </a:schemeClr>
        </a:solidFill>
        <a:ln w="6350" cap="rnd" cmpd="sng" algn="ctr">
          <a:solidFill>
            <a:schemeClr val="accent1">
              <a:hueOff val="0"/>
              <a:satOff val="0"/>
              <a:lumOff val="0"/>
              <a:alphaOff val="0"/>
            </a:schemeClr>
          </a:solidFill>
          <a:prstDash val="dash"/>
        </a:ln>
        <a:effectLst/>
      </dgm:spPr>
    </dgm:pt>
    <dgm:pt modelId="{0CD3CD18-2F6A-457B-AA6A-A257B5E2BAA5}" type="pres">
      <dgm:prSet presAssocID="{B85B18D9-6F38-47C9-9C0C-96BBC357C5B0}" presName="ConnectorPoint" presStyleLbl="fgAcc1" presStyleIdx="2" presStyleCnt="4"/>
      <dgm:spPr>
        <a:solidFill>
          <a:schemeClr val="lt1">
            <a:alpha val="90000"/>
            <a:hueOff val="0"/>
            <a:satOff val="0"/>
            <a:lumOff val="0"/>
            <a:alphaOff val="0"/>
          </a:schemeClr>
        </a:solidFill>
        <a:ln w="19050" cap="rnd" cmpd="sng" algn="ctr">
          <a:noFill/>
          <a:prstDash val="solid"/>
        </a:ln>
        <a:effectLst/>
      </dgm:spPr>
    </dgm:pt>
    <dgm:pt modelId="{C0788C4B-445C-453A-A117-859A01979D42}" type="pres">
      <dgm:prSet presAssocID="{B85B18D9-6F38-47C9-9C0C-96BBC357C5B0}" presName="EmptyPlaceHolder" presStyleCnt="0"/>
      <dgm:spPr/>
    </dgm:pt>
    <dgm:pt modelId="{F53674CA-1DF7-4D25-A644-FE9AA4D855E3}" type="pres">
      <dgm:prSet presAssocID="{BF5933A8-DA75-4D30-A645-66D7D9EE3E16}" presName="spaceBetweenRectangles" presStyleCnt="0"/>
      <dgm:spPr/>
    </dgm:pt>
    <dgm:pt modelId="{7872B89F-14FA-4FB7-AC13-1D69A8750086}" type="pres">
      <dgm:prSet presAssocID="{1E07681F-630E-4675-AC73-CA76427FE811}" presName="composite" presStyleCnt="0"/>
      <dgm:spPr/>
    </dgm:pt>
    <dgm:pt modelId="{9553AE3A-BD61-4C5E-AE5B-6E02BE326644}" type="pres">
      <dgm:prSet presAssocID="{1E07681F-630E-4675-AC73-CA76427FE811}" presName="L1TextContainer" presStyleLbl="revTx" presStyleIdx="3" presStyleCnt="4">
        <dgm:presLayoutVars>
          <dgm:chMax val="1"/>
          <dgm:chPref val="1"/>
          <dgm:bulletEnabled val="1"/>
        </dgm:presLayoutVars>
      </dgm:prSet>
      <dgm:spPr/>
    </dgm:pt>
    <dgm:pt modelId="{FA280799-43AB-4781-BCA8-6C0E7EF668A1}" type="pres">
      <dgm:prSet presAssocID="{1E07681F-630E-4675-AC73-CA76427FE811}" presName="L2TextContainerWrapper" presStyleCnt="0">
        <dgm:presLayoutVars>
          <dgm:chMax val="0"/>
          <dgm:chPref val="0"/>
          <dgm:bulletEnabled val="1"/>
        </dgm:presLayoutVars>
      </dgm:prSet>
      <dgm:spPr/>
    </dgm:pt>
    <dgm:pt modelId="{3C96354A-F208-47AD-B3CC-7B1C3292ABAF}" type="pres">
      <dgm:prSet presAssocID="{1E07681F-630E-4675-AC73-CA76427FE811}" presName="L2TextContainer" presStyleLbl="bgAccFollowNode1" presStyleIdx="3" presStyleCnt="4"/>
      <dgm:spPr/>
    </dgm:pt>
    <dgm:pt modelId="{BB7A3FBE-8990-402F-91D6-6FD152D6306C}" type="pres">
      <dgm:prSet presAssocID="{1E07681F-630E-4675-AC73-CA76427FE811}" presName="FlexibleEmptyPlaceHolder" presStyleCnt="0"/>
      <dgm:spPr/>
    </dgm:pt>
    <dgm:pt modelId="{3602896A-1C86-4F34-B652-848875D07FC2}" type="pres">
      <dgm:prSet presAssocID="{1E07681F-630E-4675-AC73-CA76427FE811}" presName="ConnectLine" presStyleLbl="alignNode1" presStyleIdx="3" presStyleCnt="4"/>
      <dgm:spPr>
        <a:solidFill>
          <a:schemeClr val="accent1">
            <a:hueOff val="0"/>
            <a:satOff val="0"/>
            <a:lumOff val="0"/>
            <a:alphaOff val="0"/>
          </a:schemeClr>
        </a:solidFill>
        <a:ln w="6350" cap="rnd" cmpd="sng" algn="ctr">
          <a:solidFill>
            <a:schemeClr val="accent1">
              <a:hueOff val="0"/>
              <a:satOff val="0"/>
              <a:lumOff val="0"/>
              <a:alphaOff val="0"/>
            </a:schemeClr>
          </a:solidFill>
          <a:prstDash val="dash"/>
        </a:ln>
        <a:effectLst/>
      </dgm:spPr>
    </dgm:pt>
    <dgm:pt modelId="{DCF9F4DC-D4D8-4C8C-8295-B732E93E0689}" type="pres">
      <dgm:prSet presAssocID="{1E07681F-630E-4675-AC73-CA76427FE811}" presName="ConnectorPoint" presStyleLbl="fgAcc1" presStyleIdx="3" presStyleCnt="4"/>
      <dgm:spPr>
        <a:solidFill>
          <a:schemeClr val="lt1">
            <a:alpha val="90000"/>
            <a:hueOff val="0"/>
            <a:satOff val="0"/>
            <a:lumOff val="0"/>
            <a:alphaOff val="0"/>
          </a:schemeClr>
        </a:solidFill>
        <a:ln w="19050" cap="rnd" cmpd="sng" algn="ctr">
          <a:noFill/>
          <a:prstDash val="solid"/>
        </a:ln>
        <a:effectLst/>
      </dgm:spPr>
    </dgm:pt>
    <dgm:pt modelId="{4606C6B9-CB9F-4F6D-B789-E1E060A41DF2}" type="pres">
      <dgm:prSet presAssocID="{1E07681F-630E-4675-AC73-CA76427FE811}" presName="EmptyPlaceHolder" presStyleCnt="0"/>
      <dgm:spPr/>
    </dgm:pt>
  </dgm:ptLst>
  <dgm:cxnLst>
    <dgm:cxn modelId="{17E5A409-43FE-429F-B551-D2673A42B562}" type="presOf" srcId="{A7D6D22A-FCEB-405A-B9DA-6BE174EA337E}" destId="{808DE705-DB11-43AC-8146-97DE19E754E8}" srcOrd="0" destOrd="0" presId="urn:microsoft.com/office/officeart/2017/3/layout/HorizontalPathTimeline"/>
    <dgm:cxn modelId="{BC267F27-3456-4180-A50C-1A7681AEBFEE}" type="presOf" srcId="{1E07681F-630E-4675-AC73-CA76427FE811}" destId="{9553AE3A-BD61-4C5E-AE5B-6E02BE326644}" srcOrd="0" destOrd="0" presId="urn:microsoft.com/office/officeart/2017/3/layout/HorizontalPathTimeline"/>
    <dgm:cxn modelId="{4503373E-46F0-4013-B2A5-658BB0BA1C65}" srcId="{2279E2C5-F395-45FF-A5CC-4A02A4148079}" destId="{A6167335-E86C-467B-B2D9-23CFDAA64E43}" srcOrd="0" destOrd="0" parTransId="{0643A536-0284-4E4B-867C-C6FF3DC58C8D}" sibTransId="{FA57666C-F60A-4733-BDE9-C2D36772B012}"/>
    <dgm:cxn modelId="{5410683E-C295-495E-97C4-6D6D18747CD9}" srcId="{1E07681F-630E-4675-AC73-CA76427FE811}" destId="{492C295A-CDC1-461D-903B-791388A28270}" srcOrd="0" destOrd="0" parTransId="{40981C15-1EE6-4CDC-81B0-D9E938AE1789}" sibTransId="{CA812B55-15C0-4648-9E76-344BCE9512A8}"/>
    <dgm:cxn modelId="{7C63C85B-292D-4E76-A0FF-4BAFB7432DB9}" srcId="{B85B18D9-6F38-47C9-9C0C-96BBC357C5B0}" destId="{A7D6D22A-FCEB-405A-B9DA-6BE174EA337E}" srcOrd="0" destOrd="0" parTransId="{2122E7DB-4D80-4535-A0D0-30827CCC9049}" sibTransId="{ED37A978-C025-4751-B948-2631A072CC00}"/>
    <dgm:cxn modelId="{85978141-DF93-4BD2-93E4-E9B16ECB8A2F}" type="presOf" srcId="{56832410-AA8A-467A-88B3-E61496D39776}" destId="{5AEE9F04-0E15-4A0D-BBFC-DA135E78E61B}" srcOrd="0" destOrd="0" presId="urn:microsoft.com/office/officeart/2017/3/layout/HorizontalPathTimeline"/>
    <dgm:cxn modelId="{75CCF165-AB1C-4619-B3EC-748152DE48F7}" type="presOf" srcId="{B85B18D9-6F38-47C9-9C0C-96BBC357C5B0}" destId="{847F8948-3F8C-40EC-BDEE-90D8BEE0DAE3}" srcOrd="0" destOrd="0" presId="urn:microsoft.com/office/officeart/2017/3/layout/HorizontalPathTimeline"/>
    <dgm:cxn modelId="{E3D48A47-087B-4B47-BF6F-553B6D83F751}" srcId="{2279E2C5-F395-45FF-A5CC-4A02A4148079}" destId="{530453E5-E9A9-4DCE-900B-78A7583D941F}" srcOrd="1" destOrd="0" parTransId="{6C067676-B0F1-45CA-B4F4-D052420C73C3}" sibTransId="{B22E9803-BAAA-4268-A7FD-87BB5DB8697D}"/>
    <dgm:cxn modelId="{CB2BC154-48D8-4D50-95ED-E8D3A7B84D68}" srcId="{2279E2C5-F395-45FF-A5CC-4A02A4148079}" destId="{1E07681F-630E-4675-AC73-CA76427FE811}" srcOrd="3" destOrd="0" parTransId="{F4EAE72E-987E-43DB-920E-BFD3788CD767}" sibTransId="{0C66A318-F731-4E6A-9728-74B627F48E6F}"/>
    <dgm:cxn modelId="{CC495085-82BF-459E-B8D0-7E0B3B11F643}" type="presOf" srcId="{492C295A-CDC1-461D-903B-791388A28270}" destId="{3C96354A-F208-47AD-B3CC-7B1C3292ABAF}" srcOrd="0" destOrd="0" presId="urn:microsoft.com/office/officeart/2017/3/layout/HorizontalPathTimeline"/>
    <dgm:cxn modelId="{B2D44899-6F6A-40DC-9802-7030EE656359}" type="presOf" srcId="{2279E2C5-F395-45FF-A5CC-4A02A4148079}" destId="{E3BD76D8-3033-4868-8676-C7AB6BFC3954}" srcOrd="0" destOrd="0" presId="urn:microsoft.com/office/officeart/2017/3/layout/HorizontalPathTimeline"/>
    <dgm:cxn modelId="{1064EBA5-883C-49BC-AC0C-A9594FB18C75}" srcId="{2279E2C5-F395-45FF-A5CC-4A02A4148079}" destId="{B85B18D9-6F38-47C9-9C0C-96BBC357C5B0}" srcOrd="2" destOrd="0" parTransId="{2219F38C-60A8-4CDB-9A16-6360F23B5CD2}" sibTransId="{BF5933A8-DA75-4D30-A645-66D7D9EE3E16}"/>
    <dgm:cxn modelId="{41F3F9C3-DA90-4901-9439-AE5A89659A11}" type="presOf" srcId="{530453E5-E9A9-4DCE-900B-78A7583D941F}" destId="{E8D58556-1762-4294-86CB-F96839CDFAD2}" srcOrd="0" destOrd="0" presId="urn:microsoft.com/office/officeart/2017/3/layout/HorizontalPathTimeline"/>
    <dgm:cxn modelId="{4BAD29DF-0738-4CEC-9D3F-02164E9B1A04}" type="presOf" srcId="{A6167335-E86C-467B-B2D9-23CFDAA64E43}" destId="{DF1CDDB2-AE68-46C0-8803-556126471D03}" srcOrd="0" destOrd="0" presId="urn:microsoft.com/office/officeart/2017/3/layout/HorizontalPathTimeline"/>
    <dgm:cxn modelId="{D70FA1E1-22EE-4A57-AFCF-28F3D18BD00E}" srcId="{A6167335-E86C-467B-B2D9-23CFDAA64E43}" destId="{F00E79DA-863D-4E8E-A8FD-611CE933B27C}" srcOrd="0" destOrd="0" parTransId="{0500303F-B57B-42DD-B4C7-EF7B2B3BC943}" sibTransId="{9B7A7439-4DFC-47AE-9B0C-AC111C603FC8}"/>
    <dgm:cxn modelId="{80C29DEF-3BBC-466E-A3DC-D88697B421F5}" type="presOf" srcId="{F00E79DA-863D-4E8E-A8FD-611CE933B27C}" destId="{245135D7-69BB-4663-90C3-B2CB9BD33B41}" srcOrd="0" destOrd="0" presId="urn:microsoft.com/office/officeart/2017/3/layout/HorizontalPathTimeline"/>
    <dgm:cxn modelId="{0BDA5CF5-109F-42B0-953B-B234C8A9200C}" srcId="{530453E5-E9A9-4DCE-900B-78A7583D941F}" destId="{56832410-AA8A-467A-88B3-E61496D39776}" srcOrd="0" destOrd="0" parTransId="{07D8F574-2165-44B8-BC9E-6A1CB82E3579}" sibTransId="{BBC582F8-5FE9-4D4E-80D3-EA17AE001548}"/>
    <dgm:cxn modelId="{3FEB7201-5C17-42BC-B599-5ADF5B4E47E2}" type="presParOf" srcId="{E3BD76D8-3033-4868-8676-C7AB6BFC3954}" destId="{522D4EC4-514D-4F61-A5FD-8029A30823E2}" srcOrd="0" destOrd="0" presId="urn:microsoft.com/office/officeart/2017/3/layout/HorizontalPathTimeline"/>
    <dgm:cxn modelId="{AAC0224F-1910-4A84-AEE7-192836DBF02A}" type="presParOf" srcId="{E3BD76D8-3033-4868-8676-C7AB6BFC3954}" destId="{3F4D7E07-8973-4E8D-8361-B7818A0826A1}" srcOrd="1" destOrd="0" presId="urn:microsoft.com/office/officeart/2017/3/layout/HorizontalPathTimeline"/>
    <dgm:cxn modelId="{36DE100A-6821-4106-A624-0B4DAC080079}" type="presParOf" srcId="{3F4D7E07-8973-4E8D-8361-B7818A0826A1}" destId="{EFB7407C-EB40-4F87-9E4F-397FE4E64377}" srcOrd="0" destOrd="0" presId="urn:microsoft.com/office/officeart/2017/3/layout/HorizontalPathTimeline"/>
    <dgm:cxn modelId="{EB5D1146-ADF5-43CB-9A4A-2F9DFEA34389}" type="presParOf" srcId="{EFB7407C-EB40-4F87-9E4F-397FE4E64377}" destId="{DF1CDDB2-AE68-46C0-8803-556126471D03}" srcOrd="0" destOrd="0" presId="urn:microsoft.com/office/officeart/2017/3/layout/HorizontalPathTimeline"/>
    <dgm:cxn modelId="{CEF509F9-57C4-4816-9BAA-A00CAC175E40}" type="presParOf" srcId="{EFB7407C-EB40-4F87-9E4F-397FE4E64377}" destId="{8E05FEB8-0A4F-4DD8-952C-B63F0A7286DE}" srcOrd="1" destOrd="0" presId="urn:microsoft.com/office/officeart/2017/3/layout/HorizontalPathTimeline"/>
    <dgm:cxn modelId="{13D6FC5D-67E9-4102-8FD9-EC3C0E774E7F}" type="presParOf" srcId="{8E05FEB8-0A4F-4DD8-952C-B63F0A7286DE}" destId="{245135D7-69BB-4663-90C3-B2CB9BD33B41}" srcOrd="0" destOrd="0" presId="urn:microsoft.com/office/officeart/2017/3/layout/HorizontalPathTimeline"/>
    <dgm:cxn modelId="{4ACC724F-83E0-430E-8932-63F317555D8C}" type="presParOf" srcId="{8E05FEB8-0A4F-4DD8-952C-B63F0A7286DE}" destId="{BA55A861-7E4A-4032-84FF-26EE09856D9D}" srcOrd="1" destOrd="0" presId="urn:microsoft.com/office/officeart/2017/3/layout/HorizontalPathTimeline"/>
    <dgm:cxn modelId="{7077FA89-6E31-4E79-B020-813A946A91F4}" type="presParOf" srcId="{EFB7407C-EB40-4F87-9E4F-397FE4E64377}" destId="{8F40FDFA-EB23-454A-8303-A793D3A928F4}" srcOrd="2" destOrd="0" presId="urn:microsoft.com/office/officeart/2017/3/layout/HorizontalPathTimeline"/>
    <dgm:cxn modelId="{FFCD32B5-7F19-48A1-8A8F-1EA792304CC9}" type="presParOf" srcId="{EFB7407C-EB40-4F87-9E4F-397FE4E64377}" destId="{3E759424-6BBD-400E-8BC4-637CD3A07E5A}" srcOrd="3" destOrd="0" presId="urn:microsoft.com/office/officeart/2017/3/layout/HorizontalPathTimeline"/>
    <dgm:cxn modelId="{A7A1028C-6F12-434E-954F-85D9372E0260}" type="presParOf" srcId="{EFB7407C-EB40-4F87-9E4F-397FE4E64377}" destId="{7CAE806D-102D-4FED-B04C-B3A568B958F2}" srcOrd="4" destOrd="0" presId="urn:microsoft.com/office/officeart/2017/3/layout/HorizontalPathTimeline"/>
    <dgm:cxn modelId="{6C4EA9B1-4F5B-4D02-87E9-98C05C5FCA66}" type="presParOf" srcId="{3F4D7E07-8973-4E8D-8361-B7818A0826A1}" destId="{7E4B7AD5-BEE5-4860-92AF-01A23504C033}" srcOrd="1" destOrd="0" presId="urn:microsoft.com/office/officeart/2017/3/layout/HorizontalPathTimeline"/>
    <dgm:cxn modelId="{696EC119-A78C-402C-9BBA-60A45AA70F42}" type="presParOf" srcId="{3F4D7E07-8973-4E8D-8361-B7818A0826A1}" destId="{D068B654-A94D-48D5-9397-7521A00C431D}" srcOrd="2" destOrd="0" presId="urn:microsoft.com/office/officeart/2017/3/layout/HorizontalPathTimeline"/>
    <dgm:cxn modelId="{ECFCD7E6-36AC-42DA-AB0A-E9D029FE6EEC}" type="presParOf" srcId="{D068B654-A94D-48D5-9397-7521A00C431D}" destId="{E8D58556-1762-4294-86CB-F96839CDFAD2}" srcOrd="0" destOrd="0" presId="urn:microsoft.com/office/officeart/2017/3/layout/HorizontalPathTimeline"/>
    <dgm:cxn modelId="{9D620F7C-873B-4DFC-A52D-B57E2E39A6C9}" type="presParOf" srcId="{D068B654-A94D-48D5-9397-7521A00C431D}" destId="{EF4BC696-4718-489C-9040-321CC18D3190}" srcOrd="1" destOrd="0" presId="urn:microsoft.com/office/officeart/2017/3/layout/HorizontalPathTimeline"/>
    <dgm:cxn modelId="{C8BA006C-E598-4923-ABF2-31AD63936297}" type="presParOf" srcId="{EF4BC696-4718-489C-9040-321CC18D3190}" destId="{5AEE9F04-0E15-4A0D-BBFC-DA135E78E61B}" srcOrd="0" destOrd="0" presId="urn:microsoft.com/office/officeart/2017/3/layout/HorizontalPathTimeline"/>
    <dgm:cxn modelId="{E8C8A767-8AD1-4320-87CE-34F23516B74D}" type="presParOf" srcId="{EF4BC696-4718-489C-9040-321CC18D3190}" destId="{87525CA2-3F26-4D9A-8107-D532925D2BB1}" srcOrd="1" destOrd="0" presId="urn:microsoft.com/office/officeart/2017/3/layout/HorizontalPathTimeline"/>
    <dgm:cxn modelId="{AE49B8B1-5968-4E52-945E-4683FB831909}" type="presParOf" srcId="{D068B654-A94D-48D5-9397-7521A00C431D}" destId="{C0A556D3-E3AA-47AC-A75C-74515323BAEC}" srcOrd="2" destOrd="0" presId="urn:microsoft.com/office/officeart/2017/3/layout/HorizontalPathTimeline"/>
    <dgm:cxn modelId="{17917156-4C07-4B18-BA7D-98C652D864F0}" type="presParOf" srcId="{D068B654-A94D-48D5-9397-7521A00C431D}" destId="{7200CFD1-2AD4-49D9-9A87-B685825A005A}" srcOrd="3" destOrd="0" presId="urn:microsoft.com/office/officeart/2017/3/layout/HorizontalPathTimeline"/>
    <dgm:cxn modelId="{6F0D2A83-89A4-4587-8F3B-80620DB6BD1C}" type="presParOf" srcId="{D068B654-A94D-48D5-9397-7521A00C431D}" destId="{605EA3AE-BEEA-4837-B68E-1036C585BFB1}" srcOrd="4" destOrd="0" presId="urn:microsoft.com/office/officeart/2017/3/layout/HorizontalPathTimeline"/>
    <dgm:cxn modelId="{4D86D585-B913-4199-9909-673AFB22B2F1}" type="presParOf" srcId="{3F4D7E07-8973-4E8D-8361-B7818A0826A1}" destId="{A160347D-4A98-4C5C-82F1-0C5235157BAD}" srcOrd="3" destOrd="0" presId="urn:microsoft.com/office/officeart/2017/3/layout/HorizontalPathTimeline"/>
    <dgm:cxn modelId="{3997701A-E7AA-481D-9C07-10C9A98FA91D}" type="presParOf" srcId="{3F4D7E07-8973-4E8D-8361-B7818A0826A1}" destId="{F67CB83C-1686-4843-8EE3-6DFF10DF0299}" srcOrd="4" destOrd="0" presId="urn:microsoft.com/office/officeart/2017/3/layout/HorizontalPathTimeline"/>
    <dgm:cxn modelId="{6FE4C244-32B4-414F-874C-0C8EDFA7F567}" type="presParOf" srcId="{F67CB83C-1686-4843-8EE3-6DFF10DF0299}" destId="{847F8948-3F8C-40EC-BDEE-90D8BEE0DAE3}" srcOrd="0" destOrd="0" presId="urn:microsoft.com/office/officeart/2017/3/layout/HorizontalPathTimeline"/>
    <dgm:cxn modelId="{F12A6766-2973-413B-90E6-4F97323690BF}" type="presParOf" srcId="{F67CB83C-1686-4843-8EE3-6DFF10DF0299}" destId="{6F976C12-7A21-4257-ADAF-578E033A8738}" srcOrd="1" destOrd="0" presId="urn:microsoft.com/office/officeart/2017/3/layout/HorizontalPathTimeline"/>
    <dgm:cxn modelId="{77B2621B-37D1-4A35-A7C0-0841DF531DAD}" type="presParOf" srcId="{6F976C12-7A21-4257-ADAF-578E033A8738}" destId="{808DE705-DB11-43AC-8146-97DE19E754E8}" srcOrd="0" destOrd="0" presId="urn:microsoft.com/office/officeart/2017/3/layout/HorizontalPathTimeline"/>
    <dgm:cxn modelId="{AC01B5A0-425D-4D50-AFB4-73543A133CD7}" type="presParOf" srcId="{6F976C12-7A21-4257-ADAF-578E033A8738}" destId="{0A601488-E565-41E2-A989-ECB2E9007901}" srcOrd="1" destOrd="0" presId="urn:microsoft.com/office/officeart/2017/3/layout/HorizontalPathTimeline"/>
    <dgm:cxn modelId="{F4C21FF5-36D9-4D70-A8D6-430D221C601C}" type="presParOf" srcId="{F67CB83C-1686-4843-8EE3-6DFF10DF0299}" destId="{E2F531FE-4C3E-4554-A7C3-4FC3D437FC4C}" srcOrd="2" destOrd="0" presId="urn:microsoft.com/office/officeart/2017/3/layout/HorizontalPathTimeline"/>
    <dgm:cxn modelId="{124B9966-6B5E-4CFD-A87F-EC8AA84CD0F6}" type="presParOf" srcId="{F67CB83C-1686-4843-8EE3-6DFF10DF0299}" destId="{0CD3CD18-2F6A-457B-AA6A-A257B5E2BAA5}" srcOrd="3" destOrd="0" presId="urn:microsoft.com/office/officeart/2017/3/layout/HorizontalPathTimeline"/>
    <dgm:cxn modelId="{6E94C97B-1505-46E6-B0DB-875039B2E7CB}" type="presParOf" srcId="{F67CB83C-1686-4843-8EE3-6DFF10DF0299}" destId="{C0788C4B-445C-453A-A117-859A01979D42}" srcOrd="4" destOrd="0" presId="urn:microsoft.com/office/officeart/2017/3/layout/HorizontalPathTimeline"/>
    <dgm:cxn modelId="{2B0C4BDD-DBAA-44E0-8923-FBBD84ECA5FA}" type="presParOf" srcId="{3F4D7E07-8973-4E8D-8361-B7818A0826A1}" destId="{F53674CA-1DF7-4D25-A644-FE9AA4D855E3}" srcOrd="5" destOrd="0" presId="urn:microsoft.com/office/officeart/2017/3/layout/HorizontalPathTimeline"/>
    <dgm:cxn modelId="{F13DB61E-4424-494C-BE37-B42E86B7C7A3}" type="presParOf" srcId="{3F4D7E07-8973-4E8D-8361-B7818A0826A1}" destId="{7872B89F-14FA-4FB7-AC13-1D69A8750086}" srcOrd="6" destOrd="0" presId="urn:microsoft.com/office/officeart/2017/3/layout/HorizontalPathTimeline"/>
    <dgm:cxn modelId="{EEAC6146-6614-4F70-8B4D-F4C09F72D96C}" type="presParOf" srcId="{7872B89F-14FA-4FB7-AC13-1D69A8750086}" destId="{9553AE3A-BD61-4C5E-AE5B-6E02BE326644}" srcOrd="0" destOrd="0" presId="urn:microsoft.com/office/officeart/2017/3/layout/HorizontalPathTimeline"/>
    <dgm:cxn modelId="{34020790-AA0C-4DB9-B8EE-4DDCF5B34720}" type="presParOf" srcId="{7872B89F-14FA-4FB7-AC13-1D69A8750086}" destId="{FA280799-43AB-4781-BCA8-6C0E7EF668A1}" srcOrd="1" destOrd="0" presId="urn:microsoft.com/office/officeart/2017/3/layout/HorizontalPathTimeline"/>
    <dgm:cxn modelId="{E9EC0F12-3AA4-44FB-8759-2D796BA94870}" type="presParOf" srcId="{FA280799-43AB-4781-BCA8-6C0E7EF668A1}" destId="{3C96354A-F208-47AD-B3CC-7B1C3292ABAF}" srcOrd="0" destOrd="0" presId="urn:microsoft.com/office/officeart/2017/3/layout/HorizontalPathTimeline"/>
    <dgm:cxn modelId="{6960E386-B471-484C-96D6-B93DC8DF7612}" type="presParOf" srcId="{FA280799-43AB-4781-BCA8-6C0E7EF668A1}" destId="{BB7A3FBE-8990-402F-91D6-6FD152D6306C}" srcOrd="1" destOrd="0" presId="urn:microsoft.com/office/officeart/2017/3/layout/HorizontalPathTimeline"/>
    <dgm:cxn modelId="{E0864FEC-041A-4419-ACC5-C78DFBB011FC}" type="presParOf" srcId="{7872B89F-14FA-4FB7-AC13-1D69A8750086}" destId="{3602896A-1C86-4F34-B652-848875D07FC2}" srcOrd="2" destOrd="0" presId="urn:microsoft.com/office/officeart/2017/3/layout/HorizontalPathTimeline"/>
    <dgm:cxn modelId="{4B29D194-BA9F-425D-8CCB-63B87F69474C}" type="presParOf" srcId="{7872B89F-14FA-4FB7-AC13-1D69A8750086}" destId="{DCF9F4DC-D4D8-4C8C-8295-B732E93E0689}" srcOrd="3" destOrd="0" presId="urn:microsoft.com/office/officeart/2017/3/layout/HorizontalPathTimeline"/>
    <dgm:cxn modelId="{9DB5A093-35B4-487D-A537-EF6771784231}" type="presParOf" srcId="{7872B89F-14FA-4FB7-AC13-1D69A8750086}" destId="{4606C6B9-CB9F-4F6D-B789-E1E060A41DF2}" srcOrd="4" destOrd="0" presId="urn:microsoft.com/office/officeart/2017/3/layout/HorizontalPathTimeline"/>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92380446-7F48-4D23-88A6-9812E6C26C10}" type="doc">
      <dgm:prSet loTypeId="urn:microsoft.com/office/officeart/2018/2/layout/IconCircleList" loCatId="icon" qsTypeId="urn:microsoft.com/office/officeart/2005/8/quickstyle/simple1" qsCatId="simple" csTypeId="urn:microsoft.com/office/officeart/2018/5/colors/Iconchunking_neutralbg_colorful5" csCatId="colorful" phldr="1"/>
      <dgm:spPr/>
      <dgm:t>
        <a:bodyPr/>
        <a:lstStyle/>
        <a:p>
          <a:endParaRPr lang="en-US"/>
        </a:p>
      </dgm:t>
    </dgm:pt>
    <dgm:pt modelId="{D1B64EC4-990E-4567-95C2-891C49CC651F}">
      <dgm:prSet/>
      <dgm:spPr/>
      <dgm:t>
        <a:bodyPr/>
        <a:lstStyle/>
        <a:p>
          <a:pPr>
            <a:lnSpc>
              <a:spcPct val="100000"/>
            </a:lnSpc>
          </a:pPr>
          <a:r>
            <a:rPr lang="en-US"/>
            <a:t>Project meets all MERN requirements:</a:t>
          </a:r>
        </a:p>
      </dgm:t>
    </dgm:pt>
    <dgm:pt modelId="{8A29E70E-12D5-4B01-93B7-3FD8FB60C58D}" type="parTrans" cxnId="{421F09A0-B85E-4F9E-8097-5CCCDB6DDD88}">
      <dgm:prSet/>
      <dgm:spPr/>
      <dgm:t>
        <a:bodyPr/>
        <a:lstStyle/>
        <a:p>
          <a:endParaRPr lang="en-US"/>
        </a:p>
      </dgm:t>
    </dgm:pt>
    <dgm:pt modelId="{1D3601AD-AB27-4759-A04D-09927FE16A17}" type="sibTrans" cxnId="{421F09A0-B85E-4F9E-8097-5CCCDB6DDD88}">
      <dgm:prSet/>
      <dgm:spPr/>
      <dgm:t>
        <a:bodyPr/>
        <a:lstStyle/>
        <a:p>
          <a:pPr>
            <a:lnSpc>
              <a:spcPct val="100000"/>
            </a:lnSpc>
          </a:pPr>
          <a:endParaRPr lang="en-US"/>
        </a:p>
      </dgm:t>
    </dgm:pt>
    <dgm:pt modelId="{9ABB1E89-DBE9-42F9-94BE-486A87D3F75C}">
      <dgm:prSet/>
      <dgm:spPr/>
      <dgm:t>
        <a:bodyPr/>
        <a:lstStyle/>
        <a:p>
          <a:pPr>
            <a:lnSpc>
              <a:spcPct val="100000"/>
            </a:lnSpc>
          </a:pPr>
          <a:r>
            <a:rPr lang="en-US"/>
            <a:t>• CRUD</a:t>
          </a:r>
        </a:p>
      </dgm:t>
    </dgm:pt>
    <dgm:pt modelId="{078280BA-1E7E-4BEF-A7E2-9144DB839A8E}" type="parTrans" cxnId="{C98D0E8A-2CC8-4992-983B-874E519DDF9E}">
      <dgm:prSet/>
      <dgm:spPr/>
      <dgm:t>
        <a:bodyPr/>
        <a:lstStyle/>
        <a:p>
          <a:endParaRPr lang="en-US"/>
        </a:p>
      </dgm:t>
    </dgm:pt>
    <dgm:pt modelId="{2F0A3CA1-C154-4F64-BC15-5E82091D052D}" type="sibTrans" cxnId="{C98D0E8A-2CC8-4992-983B-874E519DDF9E}">
      <dgm:prSet/>
      <dgm:spPr/>
      <dgm:t>
        <a:bodyPr/>
        <a:lstStyle/>
        <a:p>
          <a:pPr>
            <a:lnSpc>
              <a:spcPct val="100000"/>
            </a:lnSpc>
          </a:pPr>
          <a:endParaRPr lang="en-US"/>
        </a:p>
      </dgm:t>
    </dgm:pt>
    <dgm:pt modelId="{7415FA33-5B83-4EAC-97C3-E2E0B0654F6D}">
      <dgm:prSet/>
      <dgm:spPr/>
      <dgm:t>
        <a:bodyPr/>
        <a:lstStyle/>
        <a:p>
          <a:pPr>
            <a:lnSpc>
              <a:spcPct val="100000"/>
            </a:lnSpc>
          </a:pPr>
          <a:r>
            <a:rPr lang="en-US"/>
            <a:t>• Routing</a:t>
          </a:r>
        </a:p>
      </dgm:t>
    </dgm:pt>
    <dgm:pt modelId="{7B8119AD-4670-4D3A-B885-0FA8A4F15BAE}" type="parTrans" cxnId="{6E788F36-B78E-41DB-839D-DEB75184908D}">
      <dgm:prSet/>
      <dgm:spPr/>
      <dgm:t>
        <a:bodyPr/>
        <a:lstStyle/>
        <a:p>
          <a:endParaRPr lang="en-US"/>
        </a:p>
      </dgm:t>
    </dgm:pt>
    <dgm:pt modelId="{DD3BEC43-8332-40E0-A03D-215AFDC326D0}" type="sibTrans" cxnId="{6E788F36-B78E-41DB-839D-DEB75184908D}">
      <dgm:prSet/>
      <dgm:spPr/>
      <dgm:t>
        <a:bodyPr/>
        <a:lstStyle/>
        <a:p>
          <a:pPr>
            <a:lnSpc>
              <a:spcPct val="100000"/>
            </a:lnSpc>
          </a:pPr>
          <a:endParaRPr lang="en-US"/>
        </a:p>
      </dgm:t>
    </dgm:pt>
    <dgm:pt modelId="{21B27FCD-EA7C-4764-876C-E0F990683452}">
      <dgm:prSet/>
      <dgm:spPr/>
      <dgm:t>
        <a:bodyPr/>
        <a:lstStyle/>
        <a:p>
          <a:pPr>
            <a:lnSpc>
              <a:spcPct val="100000"/>
            </a:lnSpc>
          </a:pPr>
          <a:r>
            <a:rPr lang="en-US"/>
            <a:t>• DB integration</a:t>
          </a:r>
        </a:p>
      </dgm:t>
    </dgm:pt>
    <dgm:pt modelId="{BED5C5D5-CCE5-423C-B96A-A4CC1A8AA805}" type="parTrans" cxnId="{5956E440-8CC7-412F-98F1-25E419085FDF}">
      <dgm:prSet/>
      <dgm:spPr/>
      <dgm:t>
        <a:bodyPr/>
        <a:lstStyle/>
        <a:p>
          <a:endParaRPr lang="en-US"/>
        </a:p>
      </dgm:t>
    </dgm:pt>
    <dgm:pt modelId="{1857BBA3-D8DD-4C2D-A270-5DFE1E9DADF8}" type="sibTrans" cxnId="{5956E440-8CC7-412F-98F1-25E419085FDF}">
      <dgm:prSet/>
      <dgm:spPr/>
      <dgm:t>
        <a:bodyPr/>
        <a:lstStyle/>
        <a:p>
          <a:pPr>
            <a:lnSpc>
              <a:spcPct val="100000"/>
            </a:lnSpc>
          </a:pPr>
          <a:endParaRPr lang="en-US"/>
        </a:p>
      </dgm:t>
    </dgm:pt>
    <dgm:pt modelId="{4C6BCB5E-04DD-41F9-B0BC-47EA24E41799}">
      <dgm:prSet/>
      <dgm:spPr/>
      <dgm:t>
        <a:bodyPr/>
        <a:lstStyle/>
        <a:p>
          <a:pPr>
            <a:lnSpc>
              <a:spcPct val="100000"/>
            </a:lnSpc>
          </a:pPr>
          <a:r>
            <a:rPr lang="en-US"/>
            <a:t>• Graphs &amp; summaries</a:t>
          </a:r>
        </a:p>
      </dgm:t>
    </dgm:pt>
    <dgm:pt modelId="{167A528E-0C04-4527-9782-81AA006D9C29}" type="parTrans" cxnId="{8CC121EC-4375-41A9-BD5E-4B86C740B86B}">
      <dgm:prSet/>
      <dgm:spPr/>
      <dgm:t>
        <a:bodyPr/>
        <a:lstStyle/>
        <a:p>
          <a:endParaRPr lang="en-US"/>
        </a:p>
      </dgm:t>
    </dgm:pt>
    <dgm:pt modelId="{8BFB9573-E099-4446-9D08-4DAEFF0A77E1}" type="sibTrans" cxnId="{8CC121EC-4375-41A9-BD5E-4B86C740B86B}">
      <dgm:prSet/>
      <dgm:spPr/>
      <dgm:t>
        <a:bodyPr/>
        <a:lstStyle/>
        <a:p>
          <a:pPr>
            <a:lnSpc>
              <a:spcPct val="100000"/>
            </a:lnSpc>
          </a:pPr>
          <a:endParaRPr lang="en-US"/>
        </a:p>
      </dgm:t>
    </dgm:pt>
    <dgm:pt modelId="{FD1C888F-584F-422A-B5C3-32E94EEA034E}">
      <dgm:prSet/>
      <dgm:spPr/>
      <dgm:t>
        <a:bodyPr/>
        <a:lstStyle/>
        <a:p>
          <a:pPr>
            <a:lnSpc>
              <a:spcPct val="100000"/>
            </a:lnSpc>
          </a:pPr>
          <a:r>
            <a:rPr lang="en-US"/>
            <a:t>• Team collaboration</a:t>
          </a:r>
        </a:p>
      </dgm:t>
    </dgm:pt>
    <dgm:pt modelId="{A1BE2FC9-6210-4EB8-8962-00113320A799}" type="sibTrans" cxnId="{AA810686-32A9-48D1-BC2F-2BC19D63BA5F}">
      <dgm:prSet/>
      <dgm:spPr/>
      <dgm:t>
        <a:bodyPr/>
        <a:lstStyle/>
        <a:p>
          <a:endParaRPr lang="en-US"/>
        </a:p>
      </dgm:t>
    </dgm:pt>
    <dgm:pt modelId="{B9487E28-3413-44B6-8420-C2B7CA7CC3D3}" type="parTrans" cxnId="{AA810686-32A9-48D1-BC2F-2BC19D63BA5F}">
      <dgm:prSet/>
      <dgm:spPr/>
      <dgm:t>
        <a:bodyPr/>
        <a:lstStyle/>
        <a:p>
          <a:endParaRPr lang="en-US"/>
        </a:p>
      </dgm:t>
    </dgm:pt>
    <dgm:pt modelId="{DA812682-F429-4C5F-937D-25DA93BBCB99}" type="pres">
      <dgm:prSet presAssocID="{92380446-7F48-4D23-88A6-9812E6C26C10}" presName="root" presStyleCnt="0">
        <dgm:presLayoutVars>
          <dgm:dir/>
          <dgm:resizeHandles val="exact"/>
        </dgm:presLayoutVars>
      </dgm:prSet>
      <dgm:spPr/>
    </dgm:pt>
    <dgm:pt modelId="{A41F9370-5998-4C4E-824D-0E654C348D06}" type="pres">
      <dgm:prSet presAssocID="{92380446-7F48-4D23-88A6-9812E6C26C10}" presName="container" presStyleCnt="0">
        <dgm:presLayoutVars>
          <dgm:dir/>
          <dgm:resizeHandles val="exact"/>
        </dgm:presLayoutVars>
      </dgm:prSet>
      <dgm:spPr/>
    </dgm:pt>
    <dgm:pt modelId="{8A8A2B41-B03F-42D9-88C9-66256C056889}" type="pres">
      <dgm:prSet presAssocID="{D1B64EC4-990E-4567-95C2-891C49CC651F}" presName="compNode" presStyleCnt="0"/>
      <dgm:spPr/>
    </dgm:pt>
    <dgm:pt modelId="{2FCA84C5-1C29-4762-B683-E0CF0D14D1FA}" type="pres">
      <dgm:prSet presAssocID="{D1B64EC4-990E-4567-95C2-891C49CC651F}" presName="iconBgRect" presStyleLbl="bgShp" presStyleIdx="0" presStyleCnt="6"/>
      <dgm:spPr/>
    </dgm:pt>
    <dgm:pt modelId="{7BBE300C-0E35-4604-A286-94C4F6834F74}" type="pres">
      <dgm:prSet presAssocID="{D1B64EC4-990E-4567-95C2-891C49CC651F}"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eckmark"/>
        </a:ext>
      </dgm:extLst>
    </dgm:pt>
    <dgm:pt modelId="{70E0A1AD-BF31-440B-BC06-725229E4239A}" type="pres">
      <dgm:prSet presAssocID="{D1B64EC4-990E-4567-95C2-891C49CC651F}" presName="spaceRect" presStyleCnt="0"/>
      <dgm:spPr/>
    </dgm:pt>
    <dgm:pt modelId="{2934AA06-A39B-4517-ABC7-823B625BC7F8}" type="pres">
      <dgm:prSet presAssocID="{D1B64EC4-990E-4567-95C2-891C49CC651F}" presName="textRect" presStyleLbl="revTx" presStyleIdx="0" presStyleCnt="6">
        <dgm:presLayoutVars>
          <dgm:chMax val="1"/>
          <dgm:chPref val="1"/>
        </dgm:presLayoutVars>
      </dgm:prSet>
      <dgm:spPr/>
    </dgm:pt>
    <dgm:pt modelId="{068FFABF-E782-4FCE-8026-BCDE3748EB3E}" type="pres">
      <dgm:prSet presAssocID="{1D3601AD-AB27-4759-A04D-09927FE16A17}" presName="sibTrans" presStyleLbl="sibTrans2D1" presStyleIdx="0" presStyleCnt="0"/>
      <dgm:spPr/>
    </dgm:pt>
    <dgm:pt modelId="{70661057-BF26-481B-B1D9-D86284B08C1A}" type="pres">
      <dgm:prSet presAssocID="{9ABB1E89-DBE9-42F9-94BE-486A87D3F75C}" presName="compNode" presStyleCnt="0"/>
      <dgm:spPr/>
    </dgm:pt>
    <dgm:pt modelId="{9A2FDFBA-57BF-4B35-A1FF-7E2F7BAD8C92}" type="pres">
      <dgm:prSet presAssocID="{9ABB1E89-DBE9-42F9-94BE-486A87D3F75C}" presName="iconBgRect" presStyleLbl="bgShp" presStyleIdx="1" presStyleCnt="6"/>
      <dgm:spPr/>
    </dgm:pt>
    <dgm:pt modelId="{698D87B1-684B-4EC2-A914-F5CACD7CF3C7}" type="pres">
      <dgm:prSet presAssocID="{9ABB1E89-DBE9-42F9-94BE-486A87D3F75C}"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tethoscope"/>
        </a:ext>
      </dgm:extLst>
    </dgm:pt>
    <dgm:pt modelId="{B37341AA-0FED-4714-A610-251D82E35DD5}" type="pres">
      <dgm:prSet presAssocID="{9ABB1E89-DBE9-42F9-94BE-486A87D3F75C}" presName="spaceRect" presStyleCnt="0"/>
      <dgm:spPr/>
    </dgm:pt>
    <dgm:pt modelId="{D2FE6C92-2B07-45B1-A941-352D472306EF}" type="pres">
      <dgm:prSet presAssocID="{9ABB1E89-DBE9-42F9-94BE-486A87D3F75C}" presName="textRect" presStyleLbl="revTx" presStyleIdx="1" presStyleCnt="6">
        <dgm:presLayoutVars>
          <dgm:chMax val="1"/>
          <dgm:chPref val="1"/>
        </dgm:presLayoutVars>
      </dgm:prSet>
      <dgm:spPr/>
    </dgm:pt>
    <dgm:pt modelId="{D25F525E-3CF7-4438-A55E-19084CE82BF9}" type="pres">
      <dgm:prSet presAssocID="{2F0A3CA1-C154-4F64-BC15-5E82091D052D}" presName="sibTrans" presStyleLbl="sibTrans2D1" presStyleIdx="0" presStyleCnt="0"/>
      <dgm:spPr/>
    </dgm:pt>
    <dgm:pt modelId="{B40A270A-14BC-467D-A5E2-36776735D02B}" type="pres">
      <dgm:prSet presAssocID="{7415FA33-5B83-4EAC-97C3-E2E0B0654F6D}" presName="compNode" presStyleCnt="0"/>
      <dgm:spPr/>
    </dgm:pt>
    <dgm:pt modelId="{ABD8CDFE-2CEE-411C-AB6E-A9A1899F3A88}" type="pres">
      <dgm:prSet presAssocID="{7415FA33-5B83-4EAC-97C3-E2E0B0654F6D}" presName="iconBgRect" presStyleLbl="bgShp" presStyleIdx="2" presStyleCnt="6"/>
      <dgm:spPr/>
    </dgm:pt>
    <dgm:pt modelId="{BA4E848D-8D3D-4BFF-8E84-CF9DDB1B7FA1}" type="pres">
      <dgm:prSet presAssocID="{7415FA33-5B83-4EAC-97C3-E2E0B0654F6D}"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Truck"/>
        </a:ext>
      </dgm:extLst>
    </dgm:pt>
    <dgm:pt modelId="{7CDD6B33-5034-4C8C-B18C-45EF6055EF82}" type="pres">
      <dgm:prSet presAssocID="{7415FA33-5B83-4EAC-97C3-E2E0B0654F6D}" presName="spaceRect" presStyleCnt="0"/>
      <dgm:spPr/>
    </dgm:pt>
    <dgm:pt modelId="{0F6BF7C3-3EB8-47DC-966B-FCA7041E6A86}" type="pres">
      <dgm:prSet presAssocID="{7415FA33-5B83-4EAC-97C3-E2E0B0654F6D}" presName="textRect" presStyleLbl="revTx" presStyleIdx="2" presStyleCnt="6">
        <dgm:presLayoutVars>
          <dgm:chMax val="1"/>
          <dgm:chPref val="1"/>
        </dgm:presLayoutVars>
      </dgm:prSet>
      <dgm:spPr/>
    </dgm:pt>
    <dgm:pt modelId="{FC550292-8530-4E6F-952C-1E0406BD4051}" type="pres">
      <dgm:prSet presAssocID="{DD3BEC43-8332-40E0-A03D-215AFDC326D0}" presName="sibTrans" presStyleLbl="sibTrans2D1" presStyleIdx="0" presStyleCnt="0"/>
      <dgm:spPr/>
    </dgm:pt>
    <dgm:pt modelId="{F0367DDC-AA22-4941-B126-90B34371B722}" type="pres">
      <dgm:prSet presAssocID="{21B27FCD-EA7C-4764-876C-E0F990683452}" presName="compNode" presStyleCnt="0"/>
      <dgm:spPr/>
    </dgm:pt>
    <dgm:pt modelId="{FB5C4ABA-3C09-4406-83A9-2344B711C70C}" type="pres">
      <dgm:prSet presAssocID="{21B27FCD-EA7C-4764-876C-E0F990683452}" presName="iconBgRect" presStyleLbl="bgShp" presStyleIdx="3" presStyleCnt="6"/>
      <dgm:spPr/>
    </dgm:pt>
    <dgm:pt modelId="{BAB2660A-D400-411A-8D05-A7466F7B8586}" type="pres">
      <dgm:prSet presAssocID="{21B27FCD-EA7C-4764-876C-E0F990683452}"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Database"/>
        </a:ext>
      </dgm:extLst>
    </dgm:pt>
    <dgm:pt modelId="{F2B82D12-518E-48DA-9C15-F9D7B390E4BB}" type="pres">
      <dgm:prSet presAssocID="{21B27FCD-EA7C-4764-876C-E0F990683452}" presName="spaceRect" presStyleCnt="0"/>
      <dgm:spPr/>
    </dgm:pt>
    <dgm:pt modelId="{5E160423-5424-4BC5-B92F-1A0A12CBBA70}" type="pres">
      <dgm:prSet presAssocID="{21B27FCD-EA7C-4764-876C-E0F990683452}" presName="textRect" presStyleLbl="revTx" presStyleIdx="3" presStyleCnt="6">
        <dgm:presLayoutVars>
          <dgm:chMax val="1"/>
          <dgm:chPref val="1"/>
        </dgm:presLayoutVars>
      </dgm:prSet>
      <dgm:spPr/>
    </dgm:pt>
    <dgm:pt modelId="{0C31FAFC-9C16-45FE-8A6B-A87DFFD33FE5}" type="pres">
      <dgm:prSet presAssocID="{1857BBA3-D8DD-4C2D-A270-5DFE1E9DADF8}" presName="sibTrans" presStyleLbl="sibTrans2D1" presStyleIdx="0" presStyleCnt="0"/>
      <dgm:spPr/>
    </dgm:pt>
    <dgm:pt modelId="{09F82F58-722F-45D2-B26B-1D573FC2559D}" type="pres">
      <dgm:prSet presAssocID="{4C6BCB5E-04DD-41F9-B0BC-47EA24E41799}" presName="compNode" presStyleCnt="0"/>
      <dgm:spPr/>
    </dgm:pt>
    <dgm:pt modelId="{5A6D424F-E84C-4A21-ADCD-02408A9D14E7}" type="pres">
      <dgm:prSet presAssocID="{4C6BCB5E-04DD-41F9-B0BC-47EA24E41799}" presName="iconBgRect" presStyleLbl="bgShp" presStyleIdx="4" presStyleCnt="6"/>
      <dgm:spPr/>
    </dgm:pt>
    <dgm:pt modelId="{6D7D5D64-CA7D-44AA-8B43-059722A9E26C}" type="pres">
      <dgm:prSet presAssocID="{4C6BCB5E-04DD-41F9-B0BC-47EA24E41799}"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Bar chart"/>
        </a:ext>
      </dgm:extLst>
    </dgm:pt>
    <dgm:pt modelId="{DB97809D-DE8F-4CD9-84BD-422A618999AF}" type="pres">
      <dgm:prSet presAssocID="{4C6BCB5E-04DD-41F9-B0BC-47EA24E41799}" presName="spaceRect" presStyleCnt="0"/>
      <dgm:spPr/>
    </dgm:pt>
    <dgm:pt modelId="{18687283-1B87-40CA-B613-43F93656D2EE}" type="pres">
      <dgm:prSet presAssocID="{4C6BCB5E-04DD-41F9-B0BC-47EA24E41799}" presName="textRect" presStyleLbl="revTx" presStyleIdx="4" presStyleCnt="6">
        <dgm:presLayoutVars>
          <dgm:chMax val="1"/>
          <dgm:chPref val="1"/>
        </dgm:presLayoutVars>
      </dgm:prSet>
      <dgm:spPr/>
    </dgm:pt>
    <dgm:pt modelId="{A1CBCBE2-57E2-48D9-B2F4-E10BC4D8EA72}" type="pres">
      <dgm:prSet presAssocID="{8BFB9573-E099-4446-9D08-4DAEFF0A77E1}" presName="sibTrans" presStyleLbl="sibTrans2D1" presStyleIdx="0" presStyleCnt="0"/>
      <dgm:spPr/>
    </dgm:pt>
    <dgm:pt modelId="{86B4D4D3-CDCA-4E24-9324-DD3B8A3F5D3E}" type="pres">
      <dgm:prSet presAssocID="{FD1C888F-584F-422A-B5C3-32E94EEA034E}" presName="compNode" presStyleCnt="0"/>
      <dgm:spPr/>
    </dgm:pt>
    <dgm:pt modelId="{9185E87A-1637-4896-82BD-4E71E1EEDF0C}" type="pres">
      <dgm:prSet presAssocID="{FD1C888F-584F-422A-B5C3-32E94EEA034E}" presName="iconBgRect" presStyleLbl="bgShp" presStyleIdx="5" presStyleCnt="6"/>
      <dgm:spPr/>
    </dgm:pt>
    <dgm:pt modelId="{0A34032A-6E2B-4DB7-B4B3-9F65E997FF62}" type="pres">
      <dgm:prSet presAssocID="{FD1C888F-584F-422A-B5C3-32E94EEA034E}"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Users"/>
        </a:ext>
      </dgm:extLst>
    </dgm:pt>
    <dgm:pt modelId="{62CE8775-E0AB-41D7-A984-2B62322A230B}" type="pres">
      <dgm:prSet presAssocID="{FD1C888F-584F-422A-B5C3-32E94EEA034E}" presName="spaceRect" presStyleCnt="0"/>
      <dgm:spPr/>
    </dgm:pt>
    <dgm:pt modelId="{5F333788-9257-45A0-ACBE-123EF9609288}" type="pres">
      <dgm:prSet presAssocID="{FD1C888F-584F-422A-B5C3-32E94EEA034E}" presName="textRect" presStyleLbl="revTx" presStyleIdx="5" presStyleCnt="6">
        <dgm:presLayoutVars>
          <dgm:chMax val="1"/>
          <dgm:chPref val="1"/>
        </dgm:presLayoutVars>
      </dgm:prSet>
      <dgm:spPr/>
    </dgm:pt>
  </dgm:ptLst>
  <dgm:cxnLst>
    <dgm:cxn modelId="{77EAF30E-59B9-490D-9F7B-FD762155B37A}" type="presOf" srcId="{8BFB9573-E099-4446-9D08-4DAEFF0A77E1}" destId="{A1CBCBE2-57E2-48D9-B2F4-E10BC4D8EA72}" srcOrd="0" destOrd="0" presId="urn:microsoft.com/office/officeart/2018/2/layout/IconCircleList"/>
    <dgm:cxn modelId="{EB471B1F-D793-4D37-B8F5-75CC704F365F}" type="presOf" srcId="{4C6BCB5E-04DD-41F9-B0BC-47EA24E41799}" destId="{18687283-1B87-40CA-B613-43F93656D2EE}" srcOrd="0" destOrd="0" presId="urn:microsoft.com/office/officeart/2018/2/layout/IconCircleList"/>
    <dgm:cxn modelId="{64772125-B03A-4284-ADD5-84DE26C39A4C}" type="presOf" srcId="{21B27FCD-EA7C-4764-876C-E0F990683452}" destId="{5E160423-5424-4BC5-B92F-1A0A12CBBA70}" srcOrd="0" destOrd="0" presId="urn:microsoft.com/office/officeart/2018/2/layout/IconCircleList"/>
    <dgm:cxn modelId="{16AEE030-9CF5-4334-9928-17E19FEA8C89}" type="presOf" srcId="{1D3601AD-AB27-4759-A04D-09927FE16A17}" destId="{068FFABF-E782-4FCE-8026-BCDE3748EB3E}" srcOrd="0" destOrd="0" presId="urn:microsoft.com/office/officeart/2018/2/layout/IconCircleList"/>
    <dgm:cxn modelId="{6E788F36-B78E-41DB-839D-DEB75184908D}" srcId="{92380446-7F48-4D23-88A6-9812E6C26C10}" destId="{7415FA33-5B83-4EAC-97C3-E2E0B0654F6D}" srcOrd="2" destOrd="0" parTransId="{7B8119AD-4670-4D3A-B885-0FA8A4F15BAE}" sibTransId="{DD3BEC43-8332-40E0-A03D-215AFDC326D0}"/>
    <dgm:cxn modelId="{8E970040-172C-4F51-BE67-58B610BDD39A}" type="presOf" srcId="{FD1C888F-584F-422A-B5C3-32E94EEA034E}" destId="{5F333788-9257-45A0-ACBE-123EF9609288}" srcOrd="0" destOrd="0" presId="urn:microsoft.com/office/officeart/2018/2/layout/IconCircleList"/>
    <dgm:cxn modelId="{5956E440-8CC7-412F-98F1-25E419085FDF}" srcId="{92380446-7F48-4D23-88A6-9812E6C26C10}" destId="{21B27FCD-EA7C-4764-876C-E0F990683452}" srcOrd="3" destOrd="0" parTransId="{BED5C5D5-CCE5-423C-B96A-A4CC1A8AA805}" sibTransId="{1857BBA3-D8DD-4C2D-A270-5DFE1E9DADF8}"/>
    <dgm:cxn modelId="{64B1FB63-8261-4DD4-9CDE-A1907DE14C7A}" type="presOf" srcId="{D1B64EC4-990E-4567-95C2-891C49CC651F}" destId="{2934AA06-A39B-4517-ABC7-823B625BC7F8}" srcOrd="0" destOrd="0" presId="urn:microsoft.com/office/officeart/2018/2/layout/IconCircleList"/>
    <dgm:cxn modelId="{AA810686-32A9-48D1-BC2F-2BC19D63BA5F}" srcId="{92380446-7F48-4D23-88A6-9812E6C26C10}" destId="{FD1C888F-584F-422A-B5C3-32E94EEA034E}" srcOrd="5" destOrd="0" parTransId="{B9487E28-3413-44B6-8420-C2B7CA7CC3D3}" sibTransId="{A1BE2FC9-6210-4EB8-8962-00113320A799}"/>
    <dgm:cxn modelId="{C98D0E8A-2CC8-4992-983B-874E519DDF9E}" srcId="{92380446-7F48-4D23-88A6-9812E6C26C10}" destId="{9ABB1E89-DBE9-42F9-94BE-486A87D3F75C}" srcOrd="1" destOrd="0" parTransId="{078280BA-1E7E-4BEF-A7E2-9144DB839A8E}" sibTransId="{2F0A3CA1-C154-4F64-BC15-5E82091D052D}"/>
    <dgm:cxn modelId="{FF070595-C542-480C-A251-93C5C4E65757}" type="presOf" srcId="{7415FA33-5B83-4EAC-97C3-E2E0B0654F6D}" destId="{0F6BF7C3-3EB8-47DC-966B-FCA7041E6A86}" srcOrd="0" destOrd="0" presId="urn:microsoft.com/office/officeart/2018/2/layout/IconCircleList"/>
    <dgm:cxn modelId="{2FC6DB96-015C-4108-8A04-E128CA119F2D}" type="presOf" srcId="{1857BBA3-D8DD-4C2D-A270-5DFE1E9DADF8}" destId="{0C31FAFC-9C16-45FE-8A6B-A87DFFD33FE5}" srcOrd="0" destOrd="0" presId="urn:microsoft.com/office/officeart/2018/2/layout/IconCircleList"/>
    <dgm:cxn modelId="{421F09A0-B85E-4F9E-8097-5CCCDB6DDD88}" srcId="{92380446-7F48-4D23-88A6-9812E6C26C10}" destId="{D1B64EC4-990E-4567-95C2-891C49CC651F}" srcOrd="0" destOrd="0" parTransId="{8A29E70E-12D5-4B01-93B7-3FD8FB60C58D}" sibTransId="{1D3601AD-AB27-4759-A04D-09927FE16A17}"/>
    <dgm:cxn modelId="{3262ACAD-3DC2-459E-981F-F9F0AD55B3A2}" type="presOf" srcId="{92380446-7F48-4D23-88A6-9812E6C26C10}" destId="{DA812682-F429-4C5F-937D-25DA93BBCB99}" srcOrd="0" destOrd="0" presId="urn:microsoft.com/office/officeart/2018/2/layout/IconCircleList"/>
    <dgm:cxn modelId="{B28823C6-4C0D-4A8B-84F4-7B77AD48900E}" type="presOf" srcId="{DD3BEC43-8332-40E0-A03D-215AFDC326D0}" destId="{FC550292-8530-4E6F-952C-1E0406BD4051}" srcOrd="0" destOrd="0" presId="urn:microsoft.com/office/officeart/2018/2/layout/IconCircleList"/>
    <dgm:cxn modelId="{8CC121EC-4375-41A9-BD5E-4B86C740B86B}" srcId="{92380446-7F48-4D23-88A6-9812E6C26C10}" destId="{4C6BCB5E-04DD-41F9-B0BC-47EA24E41799}" srcOrd="4" destOrd="0" parTransId="{167A528E-0C04-4527-9782-81AA006D9C29}" sibTransId="{8BFB9573-E099-4446-9D08-4DAEFF0A77E1}"/>
    <dgm:cxn modelId="{3047E3FB-DF07-4522-B7A9-BAD410FB31D5}" type="presOf" srcId="{9ABB1E89-DBE9-42F9-94BE-486A87D3F75C}" destId="{D2FE6C92-2B07-45B1-A941-352D472306EF}" srcOrd="0" destOrd="0" presId="urn:microsoft.com/office/officeart/2018/2/layout/IconCircleList"/>
    <dgm:cxn modelId="{FAFE4FFC-DF69-490C-9E53-254B616E064C}" type="presOf" srcId="{2F0A3CA1-C154-4F64-BC15-5E82091D052D}" destId="{D25F525E-3CF7-4438-A55E-19084CE82BF9}" srcOrd="0" destOrd="0" presId="urn:microsoft.com/office/officeart/2018/2/layout/IconCircleList"/>
    <dgm:cxn modelId="{ECEB3E09-10DE-4FAA-A940-380F9C5A5F8A}" type="presParOf" srcId="{DA812682-F429-4C5F-937D-25DA93BBCB99}" destId="{A41F9370-5998-4C4E-824D-0E654C348D06}" srcOrd="0" destOrd="0" presId="urn:microsoft.com/office/officeart/2018/2/layout/IconCircleList"/>
    <dgm:cxn modelId="{310D1B57-6F4B-4F47-B7EF-C15D414A75B2}" type="presParOf" srcId="{A41F9370-5998-4C4E-824D-0E654C348D06}" destId="{8A8A2B41-B03F-42D9-88C9-66256C056889}" srcOrd="0" destOrd="0" presId="urn:microsoft.com/office/officeart/2018/2/layout/IconCircleList"/>
    <dgm:cxn modelId="{20E8945F-5EE6-422F-90DE-8F446AAA86E0}" type="presParOf" srcId="{8A8A2B41-B03F-42D9-88C9-66256C056889}" destId="{2FCA84C5-1C29-4762-B683-E0CF0D14D1FA}" srcOrd="0" destOrd="0" presId="urn:microsoft.com/office/officeart/2018/2/layout/IconCircleList"/>
    <dgm:cxn modelId="{E802F163-A2B0-439C-BDCB-25598F525AA8}" type="presParOf" srcId="{8A8A2B41-B03F-42D9-88C9-66256C056889}" destId="{7BBE300C-0E35-4604-A286-94C4F6834F74}" srcOrd="1" destOrd="0" presId="urn:microsoft.com/office/officeart/2018/2/layout/IconCircleList"/>
    <dgm:cxn modelId="{7AF91E75-BDA5-4A2E-A65F-4532A68B8603}" type="presParOf" srcId="{8A8A2B41-B03F-42D9-88C9-66256C056889}" destId="{70E0A1AD-BF31-440B-BC06-725229E4239A}" srcOrd="2" destOrd="0" presId="urn:microsoft.com/office/officeart/2018/2/layout/IconCircleList"/>
    <dgm:cxn modelId="{AF7488C6-8A07-4FD1-8D44-585D32639F94}" type="presParOf" srcId="{8A8A2B41-B03F-42D9-88C9-66256C056889}" destId="{2934AA06-A39B-4517-ABC7-823B625BC7F8}" srcOrd="3" destOrd="0" presId="urn:microsoft.com/office/officeart/2018/2/layout/IconCircleList"/>
    <dgm:cxn modelId="{ED458FDA-B471-477F-9832-35B70DFDC4BF}" type="presParOf" srcId="{A41F9370-5998-4C4E-824D-0E654C348D06}" destId="{068FFABF-E782-4FCE-8026-BCDE3748EB3E}" srcOrd="1" destOrd="0" presId="urn:microsoft.com/office/officeart/2018/2/layout/IconCircleList"/>
    <dgm:cxn modelId="{2E418B64-1357-481E-BFF8-61FB1996C8E6}" type="presParOf" srcId="{A41F9370-5998-4C4E-824D-0E654C348D06}" destId="{70661057-BF26-481B-B1D9-D86284B08C1A}" srcOrd="2" destOrd="0" presId="urn:microsoft.com/office/officeart/2018/2/layout/IconCircleList"/>
    <dgm:cxn modelId="{0A94C6AE-EB0D-4382-B901-606C4CB21331}" type="presParOf" srcId="{70661057-BF26-481B-B1D9-D86284B08C1A}" destId="{9A2FDFBA-57BF-4B35-A1FF-7E2F7BAD8C92}" srcOrd="0" destOrd="0" presId="urn:microsoft.com/office/officeart/2018/2/layout/IconCircleList"/>
    <dgm:cxn modelId="{A20A8818-D264-4930-ABD8-F1ED9D0F9E16}" type="presParOf" srcId="{70661057-BF26-481B-B1D9-D86284B08C1A}" destId="{698D87B1-684B-4EC2-A914-F5CACD7CF3C7}" srcOrd="1" destOrd="0" presId="urn:microsoft.com/office/officeart/2018/2/layout/IconCircleList"/>
    <dgm:cxn modelId="{30414304-8C2D-4EC1-9656-06B349E55A2A}" type="presParOf" srcId="{70661057-BF26-481B-B1D9-D86284B08C1A}" destId="{B37341AA-0FED-4714-A610-251D82E35DD5}" srcOrd="2" destOrd="0" presId="urn:microsoft.com/office/officeart/2018/2/layout/IconCircleList"/>
    <dgm:cxn modelId="{35BE9208-D99D-4545-99B7-34EE772BED2B}" type="presParOf" srcId="{70661057-BF26-481B-B1D9-D86284B08C1A}" destId="{D2FE6C92-2B07-45B1-A941-352D472306EF}" srcOrd="3" destOrd="0" presId="urn:microsoft.com/office/officeart/2018/2/layout/IconCircleList"/>
    <dgm:cxn modelId="{126EAD74-246C-4B9C-B59C-8A2ECCD5F555}" type="presParOf" srcId="{A41F9370-5998-4C4E-824D-0E654C348D06}" destId="{D25F525E-3CF7-4438-A55E-19084CE82BF9}" srcOrd="3" destOrd="0" presId="urn:microsoft.com/office/officeart/2018/2/layout/IconCircleList"/>
    <dgm:cxn modelId="{416D3989-9F43-4269-8768-BDF1B314C48C}" type="presParOf" srcId="{A41F9370-5998-4C4E-824D-0E654C348D06}" destId="{B40A270A-14BC-467D-A5E2-36776735D02B}" srcOrd="4" destOrd="0" presId="urn:microsoft.com/office/officeart/2018/2/layout/IconCircleList"/>
    <dgm:cxn modelId="{F8811443-89DC-4859-8EAC-92587BA5F3DC}" type="presParOf" srcId="{B40A270A-14BC-467D-A5E2-36776735D02B}" destId="{ABD8CDFE-2CEE-411C-AB6E-A9A1899F3A88}" srcOrd="0" destOrd="0" presId="urn:microsoft.com/office/officeart/2018/2/layout/IconCircleList"/>
    <dgm:cxn modelId="{58CE76B5-7DCF-4053-974C-C50E928DE3FE}" type="presParOf" srcId="{B40A270A-14BC-467D-A5E2-36776735D02B}" destId="{BA4E848D-8D3D-4BFF-8E84-CF9DDB1B7FA1}" srcOrd="1" destOrd="0" presId="urn:microsoft.com/office/officeart/2018/2/layout/IconCircleList"/>
    <dgm:cxn modelId="{70D18CC9-9772-4B16-96C3-B2B1F8C87E12}" type="presParOf" srcId="{B40A270A-14BC-467D-A5E2-36776735D02B}" destId="{7CDD6B33-5034-4C8C-B18C-45EF6055EF82}" srcOrd="2" destOrd="0" presId="urn:microsoft.com/office/officeart/2018/2/layout/IconCircleList"/>
    <dgm:cxn modelId="{B1D2ADEA-F28F-4501-9A97-11A240A75847}" type="presParOf" srcId="{B40A270A-14BC-467D-A5E2-36776735D02B}" destId="{0F6BF7C3-3EB8-47DC-966B-FCA7041E6A86}" srcOrd="3" destOrd="0" presId="urn:microsoft.com/office/officeart/2018/2/layout/IconCircleList"/>
    <dgm:cxn modelId="{D8FD9336-A8AC-43B4-9AB7-2447C8164AEE}" type="presParOf" srcId="{A41F9370-5998-4C4E-824D-0E654C348D06}" destId="{FC550292-8530-4E6F-952C-1E0406BD4051}" srcOrd="5" destOrd="0" presId="urn:microsoft.com/office/officeart/2018/2/layout/IconCircleList"/>
    <dgm:cxn modelId="{1A13E48C-4326-419E-AA9C-9CF0ACF19FCB}" type="presParOf" srcId="{A41F9370-5998-4C4E-824D-0E654C348D06}" destId="{F0367DDC-AA22-4941-B126-90B34371B722}" srcOrd="6" destOrd="0" presId="urn:microsoft.com/office/officeart/2018/2/layout/IconCircleList"/>
    <dgm:cxn modelId="{D109B5D3-5A50-45B4-81D8-8E5A94D9BF29}" type="presParOf" srcId="{F0367DDC-AA22-4941-B126-90B34371B722}" destId="{FB5C4ABA-3C09-4406-83A9-2344B711C70C}" srcOrd="0" destOrd="0" presId="urn:microsoft.com/office/officeart/2018/2/layout/IconCircleList"/>
    <dgm:cxn modelId="{D36EFA2A-217C-4F88-95E3-799807B84C02}" type="presParOf" srcId="{F0367DDC-AA22-4941-B126-90B34371B722}" destId="{BAB2660A-D400-411A-8D05-A7466F7B8586}" srcOrd="1" destOrd="0" presId="urn:microsoft.com/office/officeart/2018/2/layout/IconCircleList"/>
    <dgm:cxn modelId="{3CAD612D-817E-4EDC-89A4-B318AA8DE810}" type="presParOf" srcId="{F0367DDC-AA22-4941-B126-90B34371B722}" destId="{F2B82D12-518E-48DA-9C15-F9D7B390E4BB}" srcOrd="2" destOrd="0" presId="urn:microsoft.com/office/officeart/2018/2/layout/IconCircleList"/>
    <dgm:cxn modelId="{404DA016-9604-4914-B096-871E6579BFDB}" type="presParOf" srcId="{F0367DDC-AA22-4941-B126-90B34371B722}" destId="{5E160423-5424-4BC5-B92F-1A0A12CBBA70}" srcOrd="3" destOrd="0" presId="urn:microsoft.com/office/officeart/2018/2/layout/IconCircleList"/>
    <dgm:cxn modelId="{56EF2FB8-EC51-4CEF-B398-0D31C2536ECE}" type="presParOf" srcId="{A41F9370-5998-4C4E-824D-0E654C348D06}" destId="{0C31FAFC-9C16-45FE-8A6B-A87DFFD33FE5}" srcOrd="7" destOrd="0" presId="urn:microsoft.com/office/officeart/2018/2/layout/IconCircleList"/>
    <dgm:cxn modelId="{92A91031-A81B-46B2-8E70-CE8CE1A92656}" type="presParOf" srcId="{A41F9370-5998-4C4E-824D-0E654C348D06}" destId="{09F82F58-722F-45D2-B26B-1D573FC2559D}" srcOrd="8" destOrd="0" presId="urn:microsoft.com/office/officeart/2018/2/layout/IconCircleList"/>
    <dgm:cxn modelId="{6ECF5F89-CFA8-41E4-B96A-9D6BBFBB54E6}" type="presParOf" srcId="{09F82F58-722F-45D2-B26B-1D573FC2559D}" destId="{5A6D424F-E84C-4A21-ADCD-02408A9D14E7}" srcOrd="0" destOrd="0" presId="urn:microsoft.com/office/officeart/2018/2/layout/IconCircleList"/>
    <dgm:cxn modelId="{51009C3E-F106-4CF5-B8B8-32512D5415A2}" type="presParOf" srcId="{09F82F58-722F-45D2-B26B-1D573FC2559D}" destId="{6D7D5D64-CA7D-44AA-8B43-059722A9E26C}" srcOrd="1" destOrd="0" presId="urn:microsoft.com/office/officeart/2018/2/layout/IconCircleList"/>
    <dgm:cxn modelId="{CBE0D6EE-F4DA-4117-8D87-661B5F8F924B}" type="presParOf" srcId="{09F82F58-722F-45D2-B26B-1D573FC2559D}" destId="{DB97809D-DE8F-4CD9-84BD-422A618999AF}" srcOrd="2" destOrd="0" presId="urn:microsoft.com/office/officeart/2018/2/layout/IconCircleList"/>
    <dgm:cxn modelId="{D6209645-2358-46DF-8D73-E45E308F6DBF}" type="presParOf" srcId="{09F82F58-722F-45D2-B26B-1D573FC2559D}" destId="{18687283-1B87-40CA-B613-43F93656D2EE}" srcOrd="3" destOrd="0" presId="urn:microsoft.com/office/officeart/2018/2/layout/IconCircleList"/>
    <dgm:cxn modelId="{B7888BE3-4A43-4B45-9763-A44E04F75BD2}" type="presParOf" srcId="{A41F9370-5998-4C4E-824D-0E654C348D06}" destId="{A1CBCBE2-57E2-48D9-B2F4-E10BC4D8EA72}" srcOrd="9" destOrd="0" presId="urn:microsoft.com/office/officeart/2018/2/layout/IconCircleList"/>
    <dgm:cxn modelId="{B4200F08-B869-4D07-B678-E76AEE3063D7}" type="presParOf" srcId="{A41F9370-5998-4C4E-824D-0E654C348D06}" destId="{86B4D4D3-CDCA-4E24-9324-DD3B8A3F5D3E}" srcOrd="10" destOrd="0" presId="urn:microsoft.com/office/officeart/2018/2/layout/IconCircleList"/>
    <dgm:cxn modelId="{050818C1-7875-4954-A2B0-98DB0927D07D}" type="presParOf" srcId="{86B4D4D3-CDCA-4E24-9324-DD3B8A3F5D3E}" destId="{9185E87A-1637-4896-82BD-4E71E1EEDF0C}" srcOrd="0" destOrd="0" presId="urn:microsoft.com/office/officeart/2018/2/layout/IconCircleList"/>
    <dgm:cxn modelId="{501DF3C1-82F2-4EE6-BEA1-393E001D5624}" type="presParOf" srcId="{86B4D4D3-CDCA-4E24-9324-DD3B8A3F5D3E}" destId="{0A34032A-6E2B-4DB7-B4B3-9F65E997FF62}" srcOrd="1" destOrd="0" presId="urn:microsoft.com/office/officeart/2018/2/layout/IconCircleList"/>
    <dgm:cxn modelId="{3AF1FB9C-69E7-4F99-9263-880B29ABAD9E}" type="presParOf" srcId="{86B4D4D3-CDCA-4E24-9324-DD3B8A3F5D3E}" destId="{62CE8775-E0AB-41D7-A984-2B62322A230B}" srcOrd="2" destOrd="0" presId="urn:microsoft.com/office/officeart/2018/2/layout/IconCircleList"/>
    <dgm:cxn modelId="{99D9CE4F-E762-4757-8EAC-0CE6E8314C6C}" type="presParOf" srcId="{86B4D4D3-CDCA-4E24-9324-DD3B8A3F5D3E}" destId="{5F333788-9257-45A0-ACBE-123EF9609288}"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ADDA131-54EE-4A99-9330-5596C166F167}">
      <dsp:nvSpPr>
        <dsp:cNvPr id="0" name=""/>
        <dsp:cNvSpPr/>
      </dsp:nvSpPr>
      <dsp:spPr>
        <a:xfrm>
          <a:off x="0" y="72186"/>
          <a:ext cx="4211240" cy="875160"/>
        </a:xfrm>
        <a:prstGeom prst="roundRect">
          <a:avLst/>
        </a:prstGeom>
        <a:solidFill>
          <a:schemeClr val="accent2">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b="0" i="0" kern="1200"/>
            <a:t>Full-stack MERN app to track spending:</a:t>
          </a:r>
          <a:endParaRPr lang="en-US" sz="2200" kern="1200"/>
        </a:p>
      </dsp:txBody>
      <dsp:txXfrm>
        <a:off x="42722" y="114908"/>
        <a:ext cx="4125796" cy="789716"/>
      </dsp:txXfrm>
    </dsp:sp>
    <dsp:sp modelId="{AC63A3E7-092E-4BD4-8BB8-F9ADCB4C1480}">
      <dsp:nvSpPr>
        <dsp:cNvPr id="0" name=""/>
        <dsp:cNvSpPr/>
      </dsp:nvSpPr>
      <dsp:spPr>
        <a:xfrm>
          <a:off x="0" y="1010706"/>
          <a:ext cx="4211240" cy="875160"/>
        </a:xfrm>
        <a:prstGeom prst="roundRect">
          <a:avLst/>
        </a:prstGeom>
        <a:solidFill>
          <a:schemeClr val="accent2">
            <a:hueOff val="338703"/>
            <a:satOff val="-1658"/>
            <a:lumOff val="931"/>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b="0" i="0" kern="1200"/>
            <a:t>• View history</a:t>
          </a:r>
          <a:endParaRPr lang="en-US" sz="2200" kern="1200"/>
        </a:p>
      </dsp:txBody>
      <dsp:txXfrm>
        <a:off x="42722" y="1053428"/>
        <a:ext cx="4125796" cy="789716"/>
      </dsp:txXfrm>
    </dsp:sp>
    <dsp:sp modelId="{5A5749A4-6AC3-4FE4-9D50-FE1871F024EC}">
      <dsp:nvSpPr>
        <dsp:cNvPr id="0" name=""/>
        <dsp:cNvSpPr/>
      </dsp:nvSpPr>
      <dsp:spPr>
        <a:xfrm>
          <a:off x="0" y="1949226"/>
          <a:ext cx="4211240" cy="875160"/>
        </a:xfrm>
        <a:prstGeom prst="roundRect">
          <a:avLst/>
        </a:prstGeom>
        <a:solidFill>
          <a:schemeClr val="accent2">
            <a:hueOff val="677407"/>
            <a:satOff val="-3316"/>
            <a:lumOff val="1862"/>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b="0" i="0" kern="1200"/>
            <a:t>• Add/Edit/Delete</a:t>
          </a:r>
          <a:endParaRPr lang="en-US" sz="2200" kern="1200"/>
        </a:p>
      </dsp:txBody>
      <dsp:txXfrm>
        <a:off x="42722" y="1991948"/>
        <a:ext cx="4125796" cy="789716"/>
      </dsp:txXfrm>
    </dsp:sp>
    <dsp:sp modelId="{14C415F0-04F9-47A8-9D61-1CA3EB061921}">
      <dsp:nvSpPr>
        <dsp:cNvPr id="0" name=""/>
        <dsp:cNvSpPr/>
      </dsp:nvSpPr>
      <dsp:spPr>
        <a:xfrm>
          <a:off x="0" y="2887746"/>
          <a:ext cx="4211240" cy="875160"/>
        </a:xfrm>
        <a:prstGeom prst="roundRect">
          <a:avLst/>
        </a:prstGeom>
        <a:solidFill>
          <a:schemeClr val="accent2">
            <a:hueOff val="1016110"/>
            <a:satOff val="-4974"/>
            <a:lumOff val="2794"/>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b="0" i="0" kern="1200"/>
            <a:t>• Spending summaries</a:t>
          </a:r>
          <a:endParaRPr lang="en-US" sz="2200" kern="1200"/>
        </a:p>
      </dsp:txBody>
      <dsp:txXfrm>
        <a:off x="42722" y="2930468"/>
        <a:ext cx="4125796" cy="789716"/>
      </dsp:txXfrm>
    </dsp:sp>
    <dsp:sp modelId="{260260F3-B0F3-4AEF-8F8B-730C5054266F}">
      <dsp:nvSpPr>
        <dsp:cNvPr id="0" name=""/>
        <dsp:cNvSpPr/>
      </dsp:nvSpPr>
      <dsp:spPr>
        <a:xfrm>
          <a:off x="0" y="3826266"/>
          <a:ext cx="4211240" cy="875160"/>
        </a:xfrm>
        <a:prstGeom prst="roundRect">
          <a:avLst/>
        </a:prstGeom>
        <a:solidFill>
          <a:schemeClr val="accent2">
            <a:hueOff val="1354814"/>
            <a:satOff val="-6632"/>
            <a:lumOff val="3725"/>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b="0" i="0" kern="1200"/>
            <a:t>• Graphs by category</a:t>
          </a:r>
          <a:endParaRPr lang="en-US" sz="2200" kern="1200"/>
        </a:p>
      </dsp:txBody>
      <dsp:txXfrm>
        <a:off x="42722" y="3868988"/>
        <a:ext cx="4125796" cy="78971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256283E-867F-4EBA-A65C-F9F136635067}">
      <dsp:nvSpPr>
        <dsp:cNvPr id="0" name=""/>
        <dsp:cNvSpPr/>
      </dsp:nvSpPr>
      <dsp:spPr>
        <a:xfrm>
          <a:off x="150019" y="0"/>
          <a:ext cx="4572000" cy="4572000"/>
        </a:xfrm>
        <a:prstGeom prst="diamond">
          <a:avLst/>
        </a:prstGeom>
        <a:solidFill>
          <a:schemeClr val="accent2">
            <a:tint val="40000"/>
            <a:hueOff val="0"/>
            <a:satOff val="0"/>
            <a:lumOff val="0"/>
            <a:alphaOff val="0"/>
          </a:schemeClr>
        </a:solidFill>
        <a:ln>
          <a:noFill/>
        </a:ln>
        <a:effectLst>
          <a:outerShdw blurRad="38100" dist="25400" dir="5400000" rotWithShape="0">
            <a:srgbClr val="000000">
              <a:alpha val="45000"/>
            </a:srgbClr>
          </a:outerShdw>
        </a:effectLst>
      </dsp:spPr>
      <dsp:style>
        <a:lnRef idx="0">
          <a:scrgbClr r="0" g="0" b="0"/>
        </a:lnRef>
        <a:fillRef idx="1">
          <a:scrgbClr r="0" g="0" b="0"/>
        </a:fillRef>
        <a:effectRef idx="2">
          <a:scrgbClr r="0" g="0" b="0"/>
        </a:effectRef>
        <a:fontRef idx="minor"/>
      </dsp:style>
    </dsp:sp>
    <dsp:sp modelId="{C030E02F-F791-4C0D-9E13-4CAD701A7CDE}">
      <dsp:nvSpPr>
        <dsp:cNvPr id="0" name=""/>
        <dsp:cNvSpPr/>
      </dsp:nvSpPr>
      <dsp:spPr>
        <a:xfrm>
          <a:off x="584359" y="434340"/>
          <a:ext cx="1783080" cy="1783080"/>
        </a:xfrm>
        <a:prstGeom prst="roundRect">
          <a:avLst/>
        </a:prstGeom>
        <a:gradFill rotWithShape="0">
          <a:gsLst>
            <a:gs pos="0">
              <a:schemeClr val="accent2">
                <a:hueOff val="0"/>
                <a:satOff val="0"/>
                <a:lumOff val="0"/>
                <a:alphaOff val="0"/>
                <a:tint val="98000"/>
                <a:lumMod val="114000"/>
              </a:schemeClr>
            </a:gs>
            <a:gs pos="100000">
              <a:schemeClr val="accent2">
                <a:hueOff val="0"/>
                <a:satOff val="0"/>
                <a:lumOff val="0"/>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0" i="0" kern="1200"/>
            <a:t>Frontend: React, Router, Axios</a:t>
          </a:r>
          <a:endParaRPr lang="en-US" sz="1800" kern="1200"/>
        </a:p>
      </dsp:txBody>
      <dsp:txXfrm>
        <a:off x="671402" y="521383"/>
        <a:ext cx="1608994" cy="1608994"/>
      </dsp:txXfrm>
    </dsp:sp>
    <dsp:sp modelId="{DCFD2506-3BCE-45E3-9D48-8CA6E677CCD5}">
      <dsp:nvSpPr>
        <dsp:cNvPr id="0" name=""/>
        <dsp:cNvSpPr/>
      </dsp:nvSpPr>
      <dsp:spPr>
        <a:xfrm>
          <a:off x="2504599" y="434340"/>
          <a:ext cx="1783080" cy="1783080"/>
        </a:xfrm>
        <a:prstGeom prst="roundRect">
          <a:avLst/>
        </a:prstGeom>
        <a:gradFill rotWithShape="0">
          <a:gsLst>
            <a:gs pos="0">
              <a:schemeClr val="accent3">
                <a:hueOff val="0"/>
                <a:satOff val="0"/>
                <a:lumOff val="0"/>
                <a:alphaOff val="0"/>
                <a:tint val="98000"/>
                <a:lumMod val="114000"/>
              </a:schemeClr>
            </a:gs>
            <a:gs pos="100000">
              <a:schemeClr val="accent3">
                <a:hueOff val="0"/>
                <a:satOff val="0"/>
                <a:lumOff val="0"/>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0" i="0" kern="1200"/>
            <a:t>Backend: Node.js, Express</a:t>
          </a:r>
          <a:endParaRPr lang="en-US" sz="1800" kern="1200"/>
        </a:p>
      </dsp:txBody>
      <dsp:txXfrm>
        <a:off x="2591642" y="521383"/>
        <a:ext cx="1608994" cy="1608994"/>
      </dsp:txXfrm>
    </dsp:sp>
    <dsp:sp modelId="{3AA13A9C-8171-45B0-BF39-6EA21FAA1A33}">
      <dsp:nvSpPr>
        <dsp:cNvPr id="0" name=""/>
        <dsp:cNvSpPr/>
      </dsp:nvSpPr>
      <dsp:spPr>
        <a:xfrm>
          <a:off x="584359" y="2354580"/>
          <a:ext cx="1783080" cy="1783080"/>
        </a:xfrm>
        <a:prstGeom prst="roundRect">
          <a:avLst/>
        </a:prstGeom>
        <a:gradFill rotWithShape="0">
          <a:gsLst>
            <a:gs pos="0">
              <a:schemeClr val="accent4">
                <a:hueOff val="0"/>
                <a:satOff val="0"/>
                <a:lumOff val="0"/>
                <a:alphaOff val="0"/>
                <a:tint val="98000"/>
                <a:lumMod val="114000"/>
              </a:schemeClr>
            </a:gs>
            <a:gs pos="100000">
              <a:schemeClr val="accent4">
                <a:hueOff val="0"/>
                <a:satOff val="0"/>
                <a:lumOff val="0"/>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0" i="0" kern="1200"/>
            <a:t>Database: MongoDB + Mongoose</a:t>
          </a:r>
          <a:endParaRPr lang="en-US" sz="1800" kern="1200"/>
        </a:p>
      </dsp:txBody>
      <dsp:txXfrm>
        <a:off x="671402" y="2441623"/>
        <a:ext cx="1608994" cy="1608994"/>
      </dsp:txXfrm>
    </dsp:sp>
    <dsp:sp modelId="{1E42F6D9-061A-4310-8942-2A0F469C890C}">
      <dsp:nvSpPr>
        <dsp:cNvPr id="0" name=""/>
        <dsp:cNvSpPr/>
      </dsp:nvSpPr>
      <dsp:spPr>
        <a:xfrm>
          <a:off x="2504599" y="2354580"/>
          <a:ext cx="1783080" cy="1783080"/>
        </a:xfrm>
        <a:prstGeom prst="roundRect">
          <a:avLst/>
        </a:prstGeom>
        <a:gradFill rotWithShape="0">
          <a:gsLst>
            <a:gs pos="0">
              <a:schemeClr val="accent5">
                <a:hueOff val="0"/>
                <a:satOff val="0"/>
                <a:lumOff val="0"/>
                <a:alphaOff val="0"/>
                <a:tint val="98000"/>
                <a:lumMod val="114000"/>
              </a:schemeClr>
            </a:gs>
            <a:gs pos="100000">
              <a:schemeClr val="accent5">
                <a:hueOff val="0"/>
                <a:satOff val="0"/>
                <a:lumOff val="0"/>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0" i="0" kern="1200"/>
            <a:t>Visualization: Charts</a:t>
          </a:r>
          <a:endParaRPr lang="en-US" sz="1800" kern="1200"/>
        </a:p>
      </dsp:txBody>
      <dsp:txXfrm>
        <a:off x="2591642" y="2441623"/>
        <a:ext cx="1608994" cy="160899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D1E757F-269D-4C30-928B-388B4B844E76}">
      <dsp:nvSpPr>
        <dsp:cNvPr id="0" name=""/>
        <dsp:cNvSpPr/>
      </dsp:nvSpPr>
      <dsp:spPr>
        <a:xfrm>
          <a:off x="0" y="3571"/>
          <a:ext cx="4872038" cy="76080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E433B23-E7D4-48E9-9EF0-91CFA527C71A}">
      <dsp:nvSpPr>
        <dsp:cNvPr id="0" name=""/>
        <dsp:cNvSpPr/>
      </dsp:nvSpPr>
      <dsp:spPr>
        <a:xfrm>
          <a:off x="230144" y="174753"/>
          <a:ext cx="418445" cy="41844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0AAB75BC-0A8D-4CE2-BDF7-22F348434AC9}">
      <dsp:nvSpPr>
        <dsp:cNvPr id="0" name=""/>
        <dsp:cNvSpPr/>
      </dsp:nvSpPr>
      <dsp:spPr>
        <a:xfrm>
          <a:off x="878734" y="3571"/>
          <a:ext cx="3993303" cy="7608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519" tIns="80519" rIns="80519" bIns="80519" numCol="1" spcCol="1270" anchor="ctr" anchorCtr="0">
          <a:noAutofit/>
        </a:bodyPr>
        <a:lstStyle/>
        <a:p>
          <a:pPr marL="0" lvl="0" indent="0" algn="l" defTabSz="844550">
            <a:lnSpc>
              <a:spcPct val="90000"/>
            </a:lnSpc>
            <a:spcBef>
              <a:spcPct val="0"/>
            </a:spcBef>
            <a:spcAft>
              <a:spcPct val="35000"/>
            </a:spcAft>
            <a:buNone/>
          </a:pPr>
          <a:r>
            <a:rPr lang="en-US" sz="1900" b="0" i="0" kern="1200" dirty="0"/>
            <a:t>• Transaction list with categories</a:t>
          </a:r>
          <a:endParaRPr lang="en-US" sz="1900" kern="1200" dirty="0"/>
        </a:p>
      </dsp:txBody>
      <dsp:txXfrm>
        <a:off x="878734" y="3571"/>
        <a:ext cx="3993303" cy="760809"/>
      </dsp:txXfrm>
    </dsp:sp>
    <dsp:sp modelId="{0E5D2CEF-E349-4E7F-ADD9-3C26079C1D04}">
      <dsp:nvSpPr>
        <dsp:cNvPr id="0" name=""/>
        <dsp:cNvSpPr/>
      </dsp:nvSpPr>
      <dsp:spPr>
        <a:xfrm>
          <a:off x="0" y="954583"/>
          <a:ext cx="4872038" cy="76080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F2EF98C-7F67-473C-83DD-0001C423A4F8}">
      <dsp:nvSpPr>
        <dsp:cNvPr id="0" name=""/>
        <dsp:cNvSpPr/>
      </dsp:nvSpPr>
      <dsp:spPr>
        <a:xfrm>
          <a:off x="230144" y="1125765"/>
          <a:ext cx="418445" cy="41844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7B6785C5-4656-4604-9FFE-7605E6F96465}">
      <dsp:nvSpPr>
        <dsp:cNvPr id="0" name=""/>
        <dsp:cNvSpPr/>
      </dsp:nvSpPr>
      <dsp:spPr>
        <a:xfrm>
          <a:off x="878734" y="954583"/>
          <a:ext cx="3993303" cy="7608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519" tIns="80519" rIns="80519" bIns="80519" numCol="1" spcCol="1270" anchor="ctr" anchorCtr="0">
          <a:noAutofit/>
        </a:bodyPr>
        <a:lstStyle/>
        <a:p>
          <a:pPr marL="0" lvl="0" indent="0" algn="l" defTabSz="844550">
            <a:lnSpc>
              <a:spcPct val="90000"/>
            </a:lnSpc>
            <a:spcBef>
              <a:spcPct val="0"/>
            </a:spcBef>
            <a:spcAft>
              <a:spcPct val="35000"/>
            </a:spcAft>
            <a:buNone/>
          </a:pPr>
          <a:r>
            <a:rPr lang="en-US" sz="1900" b="0" i="0" kern="1200"/>
            <a:t>• Add/Edit/Delete UI</a:t>
          </a:r>
          <a:endParaRPr lang="en-US" sz="1900" kern="1200"/>
        </a:p>
      </dsp:txBody>
      <dsp:txXfrm>
        <a:off x="878734" y="954583"/>
        <a:ext cx="3993303" cy="760809"/>
      </dsp:txXfrm>
    </dsp:sp>
    <dsp:sp modelId="{BC4B5F81-72A9-4A9F-BF93-0313608C7D35}">
      <dsp:nvSpPr>
        <dsp:cNvPr id="0" name=""/>
        <dsp:cNvSpPr/>
      </dsp:nvSpPr>
      <dsp:spPr>
        <a:xfrm>
          <a:off x="0" y="1905595"/>
          <a:ext cx="4872038" cy="76080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739E46B-1CF5-435E-AB92-8A3A2B22BB03}">
      <dsp:nvSpPr>
        <dsp:cNvPr id="0" name=""/>
        <dsp:cNvSpPr/>
      </dsp:nvSpPr>
      <dsp:spPr>
        <a:xfrm>
          <a:off x="230144" y="2076777"/>
          <a:ext cx="418445" cy="41844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AD615B2A-8C81-49D7-A6B1-4C4D416A0249}">
      <dsp:nvSpPr>
        <dsp:cNvPr id="0" name=""/>
        <dsp:cNvSpPr/>
      </dsp:nvSpPr>
      <dsp:spPr>
        <a:xfrm>
          <a:off x="878734" y="1905595"/>
          <a:ext cx="3993303" cy="7608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519" tIns="80519" rIns="80519" bIns="80519" numCol="1" spcCol="1270" anchor="ctr" anchorCtr="0">
          <a:noAutofit/>
        </a:bodyPr>
        <a:lstStyle/>
        <a:p>
          <a:pPr marL="0" lvl="0" indent="0" algn="l" defTabSz="844550">
            <a:lnSpc>
              <a:spcPct val="90000"/>
            </a:lnSpc>
            <a:spcBef>
              <a:spcPct val="0"/>
            </a:spcBef>
            <a:spcAft>
              <a:spcPct val="35000"/>
            </a:spcAft>
            <a:buNone/>
          </a:pPr>
          <a:r>
            <a:rPr lang="en-US" sz="1900" b="0" i="0" kern="1200"/>
            <a:t>• Weekly &amp; monthly summaries</a:t>
          </a:r>
          <a:endParaRPr lang="en-US" sz="1900" kern="1200"/>
        </a:p>
      </dsp:txBody>
      <dsp:txXfrm>
        <a:off x="878734" y="1905595"/>
        <a:ext cx="3993303" cy="760809"/>
      </dsp:txXfrm>
    </dsp:sp>
    <dsp:sp modelId="{44EC5B90-9E1F-4F94-A921-83AFD3AE303E}">
      <dsp:nvSpPr>
        <dsp:cNvPr id="0" name=""/>
        <dsp:cNvSpPr/>
      </dsp:nvSpPr>
      <dsp:spPr>
        <a:xfrm>
          <a:off x="0" y="2856607"/>
          <a:ext cx="4872038" cy="76080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CCB75CD-C308-4FE0-84D7-BF259BEA5C4B}">
      <dsp:nvSpPr>
        <dsp:cNvPr id="0" name=""/>
        <dsp:cNvSpPr/>
      </dsp:nvSpPr>
      <dsp:spPr>
        <a:xfrm>
          <a:off x="230144" y="3027789"/>
          <a:ext cx="418445" cy="418445"/>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E92CE9DE-2B35-4A4A-9D61-ED007E77CFAD}">
      <dsp:nvSpPr>
        <dsp:cNvPr id="0" name=""/>
        <dsp:cNvSpPr/>
      </dsp:nvSpPr>
      <dsp:spPr>
        <a:xfrm>
          <a:off x="878734" y="2856607"/>
          <a:ext cx="3993303" cy="7608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519" tIns="80519" rIns="80519" bIns="80519" numCol="1" spcCol="1270" anchor="ctr" anchorCtr="0">
          <a:noAutofit/>
        </a:bodyPr>
        <a:lstStyle/>
        <a:p>
          <a:pPr marL="0" lvl="0" indent="0" algn="l" defTabSz="844550">
            <a:lnSpc>
              <a:spcPct val="90000"/>
            </a:lnSpc>
            <a:spcBef>
              <a:spcPct val="0"/>
            </a:spcBef>
            <a:spcAft>
              <a:spcPct val="35000"/>
            </a:spcAft>
            <a:buNone/>
          </a:pPr>
          <a:r>
            <a:rPr lang="en-US" sz="1900" b="0" i="0" kern="1200"/>
            <a:t>• Comparison charts</a:t>
          </a:r>
          <a:endParaRPr lang="en-US" sz="1900" kern="1200"/>
        </a:p>
      </dsp:txBody>
      <dsp:txXfrm>
        <a:off x="878734" y="2856607"/>
        <a:ext cx="3993303" cy="760809"/>
      </dsp:txXfrm>
    </dsp:sp>
    <dsp:sp modelId="{3083CC36-1DF7-4DD7-8F21-0EDE1BEE98B2}">
      <dsp:nvSpPr>
        <dsp:cNvPr id="0" name=""/>
        <dsp:cNvSpPr/>
      </dsp:nvSpPr>
      <dsp:spPr>
        <a:xfrm>
          <a:off x="0" y="3807618"/>
          <a:ext cx="4872038" cy="76080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59AD660-EDDF-4E66-A75B-FC1C8A4EF10A}">
      <dsp:nvSpPr>
        <dsp:cNvPr id="0" name=""/>
        <dsp:cNvSpPr/>
      </dsp:nvSpPr>
      <dsp:spPr>
        <a:xfrm>
          <a:off x="230144" y="3978800"/>
          <a:ext cx="418445" cy="418445"/>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E1F84719-BB13-46DD-B822-8DB59A51D317}">
      <dsp:nvSpPr>
        <dsp:cNvPr id="0" name=""/>
        <dsp:cNvSpPr/>
      </dsp:nvSpPr>
      <dsp:spPr>
        <a:xfrm>
          <a:off x="878734" y="3807618"/>
          <a:ext cx="3993303" cy="7608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519" tIns="80519" rIns="80519" bIns="80519" numCol="1" spcCol="1270" anchor="ctr" anchorCtr="0">
          <a:noAutofit/>
        </a:bodyPr>
        <a:lstStyle/>
        <a:p>
          <a:pPr marL="0" lvl="0" indent="0" algn="l" defTabSz="844550">
            <a:lnSpc>
              <a:spcPct val="90000"/>
            </a:lnSpc>
            <a:spcBef>
              <a:spcPct val="0"/>
            </a:spcBef>
            <a:spcAft>
              <a:spcPct val="35000"/>
            </a:spcAft>
            <a:buNone/>
          </a:pPr>
          <a:r>
            <a:rPr lang="en-US" sz="1900" b="0" i="0" kern="1200"/>
            <a:t>• User login</a:t>
          </a:r>
          <a:endParaRPr lang="en-US" sz="1900" kern="1200"/>
        </a:p>
      </dsp:txBody>
      <dsp:txXfrm>
        <a:off x="878734" y="3807618"/>
        <a:ext cx="3993303" cy="76080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E41595A-52DA-431B-84EF-CF2AF786802C}">
      <dsp:nvSpPr>
        <dsp:cNvPr id="0" name=""/>
        <dsp:cNvSpPr/>
      </dsp:nvSpPr>
      <dsp:spPr>
        <a:xfrm>
          <a:off x="0" y="820799"/>
          <a:ext cx="4872038" cy="504000"/>
        </a:xfrm>
        <a:prstGeom prst="rect">
          <a:avLst/>
        </a:prstGeom>
        <a:solidFill>
          <a:schemeClr val="lt1">
            <a:alpha val="90000"/>
            <a:hueOff val="0"/>
            <a:satOff val="0"/>
            <a:lumOff val="0"/>
            <a:alphaOff val="0"/>
          </a:schemeClr>
        </a:solidFill>
        <a:ln w="9525" cap="rnd" cmpd="sng" algn="ctr">
          <a:solidFill>
            <a:schemeClr val="accent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D35DDD83-4E06-44B7-B58B-29D9B572E410}">
      <dsp:nvSpPr>
        <dsp:cNvPr id="0" name=""/>
        <dsp:cNvSpPr/>
      </dsp:nvSpPr>
      <dsp:spPr>
        <a:xfrm>
          <a:off x="243601" y="525599"/>
          <a:ext cx="3410426" cy="590400"/>
        </a:xfrm>
        <a:prstGeom prst="roundRect">
          <a:avLst/>
        </a:prstGeom>
        <a:gradFill rotWithShape="0">
          <a:gsLst>
            <a:gs pos="0">
              <a:schemeClr val="accent2">
                <a:hueOff val="0"/>
                <a:satOff val="0"/>
                <a:lumOff val="0"/>
                <a:alphaOff val="0"/>
                <a:tint val="98000"/>
                <a:lumMod val="114000"/>
              </a:schemeClr>
            </a:gs>
            <a:gs pos="100000">
              <a:schemeClr val="accent2">
                <a:hueOff val="0"/>
                <a:satOff val="0"/>
                <a:lumOff val="0"/>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8906" tIns="0" rIns="128906" bIns="0" numCol="1" spcCol="1270" anchor="ctr" anchorCtr="0">
          <a:noAutofit/>
        </a:bodyPr>
        <a:lstStyle/>
        <a:p>
          <a:pPr marL="0" lvl="0" indent="0" algn="l" defTabSz="889000">
            <a:lnSpc>
              <a:spcPct val="90000"/>
            </a:lnSpc>
            <a:spcBef>
              <a:spcPct val="0"/>
            </a:spcBef>
            <a:spcAft>
              <a:spcPct val="35000"/>
            </a:spcAft>
            <a:buNone/>
          </a:pPr>
          <a:r>
            <a:rPr lang="en-US" sz="2000" b="0" i="0" kern="1200"/>
            <a:t>• Multi-page routing</a:t>
          </a:r>
          <a:endParaRPr lang="en-US" sz="2000" kern="1200"/>
        </a:p>
      </dsp:txBody>
      <dsp:txXfrm>
        <a:off x="272422" y="554420"/>
        <a:ext cx="3352784" cy="532758"/>
      </dsp:txXfrm>
    </dsp:sp>
    <dsp:sp modelId="{63A0C169-53C3-47D3-BCF9-F0E1783A7F53}">
      <dsp:nvSpPr>
        <dsp:cNvPr id="0" name=""/>
        <dsp:cNvSpPr/>
      </dsp:nvSpPr>
      <dsp:spPr>
        <a:xfrm>
          <a:off x="0" y="1728000"/>
          <a:ext cx="4872038" cy="504000"/>
        </a:xfrm>
        <a:prstGeom prst="rect">
          <a:avLst/>
        </a:prstGeom>
        <a:solidFill>
          <a:schemeClr val="lt1">
            <a:alpha val="90000"/>
            <a:hueOff val="0"/>
            <a:satOff val="0"/>
            <a:lumOff val="0"/>
            <a:alphaOff val="0"/>
          </a:schemeClr>
        </a:solidFill>
        <a:ln w="9525" cap="rnd" cmpd="sng" algn="ctr">
          <a:solidFill>
            <a:schemeClr val="accent2">
              <a:hueOff val="451605"/>
              <a:satOff val="-2211"/>
              <a:lumOff val="1242"/>
              <a:alphaOff val="0"/>
            </a:schemeClr>
          </a:solidFill>
          <a:prstDash val="solid"/>
        </a:ln>
        <a:effectLst/>
      </dsp:spPr>
      <dsp:style>
        <a:lnRef idx="1">
          <a:scrgbClr r="0" g="0" b="0"/>
        </a:lnRef>
        <a:fillRef idx="1">
          <a:scrgbClr r="0" g="0" b="0"/>
        </a:fillRef>
        <a:effectRef idx="0">
          <a:scrgbClr r="0" g="0" b="0"/>
        </a:effectRef>
        <a:fontRef idx="minor"/>
      </dsp:style>
    </dsp:sp>
    <dsp:sp modelId="{66D2306B-A891-4BD9-9004-F89EB93570C6}">
      <dsp:nvSpPr>
        <dsp:cNvPr id="0" name=""/>
        <dsp:cNvSpPr/>
      </dsp:nvSpPr>
      <dsp:spPr>
        <a:xfrm>
          <a:off x="243601" y="1432799"/>
          <a:ext cx="3410426" cy="590400"/>
        </a:xfrm>
        <a:prstGeom prst="roundRect">
          <a:avLst/>
        </a:prstGeom>
        <a:gradFill rotWithShape="0">
          <a:gsLst>
            <a:gs pos="0">
              <a:schemeClr val="accent2">
                <a:hueOff val="451605"/>
                <a:satOff val="-2211"/>
                <a:lumOff val="1242"/>
                <a:alphaOff val="0"/>
                <a:tint val="98000"/>
                <a:lumMod val="114000"/>
              </a:schemeClr>
            </a:gs>
            <a:gs pos="100000">
              <a:schemeClr val="accent2">
                <a:hueOff val="451605"/>
                <a:satOff val="-2211"/>
                <a:lumOff val="1242"/>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8906" tIns="0" rIns="128906" bIns="0" numCol="1" spcCol="1270" anchor="ctr" anchorCtr="0">
          <a:noAutofit/>
        </a:bodyPr>
        <a:lstStyle/>
        <a:p>
          <a:pPr marL="0" lvl="0" indent="0" algn="l" defTabSz="889000">
            <a:lnSpc>
              <a:spcPct val="90000"/>
            </a:lnSpc>
            <a:spcBef>
              <a:spcPct val="0"/>
            </a:spcBef>
            <a:spcAft>
              <a:spcPct val="35000"/>
            </a:spcAft>
            <a:buNone/>
          </a:pPr>
          <a:r>
            <a:rPr lang="en-US" sz="2000" b="0" i="0" kern="1200"/>
            <a:t>• Axios API calls</a:t>
          </a:r>
          <a:endParaRPr lang="en-US" sz="2000" kern="1200"/>
        </a:p>
      </dsp:txBody>
      <dsp:txXfrm>
        <a:off x="272422" y="1461620"/>
        <a:ext cx="3352784" cy="532758"/>
      </dsp:txXfrm>
    </dsp:sp>
    <dsp:sp modelId="{AAFFFB95-7431-42A3-93B7-50B28A7CD8ED}">
      <dsp:nvSpPr>
        <dsp:cNvPr id="0" name=""/>
        <dsp:cNvSpPr/>
      </dsp:nvSpPr>
      <dsp:spPr>
        <a:xfrm>
          <a:off x="0" y="2635200"/>
          <a:ext cx="4872038" cy="504000"/>
        </a:xfrm>
        <a:prstGeom prst="rect">
          <a:avLst/>
        </a:prstGeom>
        <a:solidFill>
          <a:schemeClr val="lt1">
            <a:alpha val="90000"/>
            <a:hueOff val="0"/>
            <a:satOff val="0"/>
            <a:lumOff val="0"/>
            <a:alphaOff val="0"/>
          </a:schemeClr>
        </a:solidFill>
        <a:ln w="9525" cap="rnd" cmpd="sng" algn="ctr">
          <a:solidFill>
            <a:schemeClr val="accent2">
              <a:hueOff val="903209"/>
              <a:satOff val="-4421"/>
              <a:lumOff val="2483"/>
              <a:alphaOff val="0"/>
            </a:schemeClr>
          </a:solidFill>
          <a:prstDash val="solid"/>
        </a:ln>
        <a:effectLst/>
      </dsp:spPr>
      <dsp:style>
        <a:lnRef idx="1">
          <a:scrgbClr r="0" g="0" b="0"/>
        </a:lnRef>
        <a:fillRef idx="1">
          <a:scrgbClr r="0" g="0" b="0"/>
        </a:fillRef>
        <a:effectRef idx="0">
          <a:scrgbClr r="0" g="0" b="0"/>
        </a:effectRef>
        <a:fontRef idx="minor"/>
      </dsp:style>
    </dsp:sp>
    <dsp:sp modelId="{2F127F2E-BF12-4492-97C0-E5BAE924046B}">
      <dsp:nvSpPr>
        <dsp:cNvPr id="0" name=""/>
        <dsp:cNvSpPr/>
      </dsp:nvSpPr>
      <dsp:spPr>
        <a:xfrm>
          <a:off x="243601" y="2340000"/>
          <a:ext cx="3410426" cy="590400"/>
        </a:xfrm>
        <a:prstGeom prst="roundRect">
          <a:avLst/>
        </a:prstGeom>
        <a:gradFill rotWithShape="0">
          <a:gsLst>
            <a:gs pos="0">
              <a:schemeClr val="accent2">
                <a:hueOff val="903209"/>
                <a:satOff val="-4421"/>
                <a:lumOff val="2483"/>
                <a:alphaOff val="0"/>
                <a:tint val="98000"/>
                <a:lumMod val="114000"/>
              </a:schemeClr>
            </a:gs>
            <a:gs pos="100000">
              <a:schemeClr val="accent2">
                <a:hueOff val="903209"/>
                <a:satOff val="-4421"/>
                <a:lumOff val="2483"/>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8906" tIns="0" rIns="128906" bIns="0" numCol="1" spcCol="1270" anchor="ctr" anchorCtr="0">
          <a:noAutofit/>
        </a:bodyPr>
        <a:lstStyle/>
        <a:p>
          <a:pPr marL="0" lvl="0" indent="0" algn="l" defTabSz="889000">
            <a:lnSpc>
              <a:spcPct val="90000"/>
            </a:lnSpc>
            <a:spcBef>
              <a:spcPct val="0"/>
            </a:spcBef>
            <a:spcAft>
              <a:spcPct val="35000"/>
            </a:spcAft>
            <a:buNone/>
          </a:pPr>
          <a:r>
            <a:rPr lang="en-US" sz="2000" b="0" i="0" kern="1200"/>
            <a:t>• useState + useEffect</a:t>
          </a:r>
          <a:endParaRPr lang="en-US" sz="2000" kern="1200"/>
        </a:p>
      </dsp:txBody>
      <dsp:txXfrm>
        <a:off x="272422" y="2368821"/>
        <a:ext cx="3352784" cy="532758"/>
      </dsp:txXfrm>
    </dsp:sp>
    <dsp:sp modelId="{66B7DA8F-D87A-4BDF-AEDD-F2A98DFAB7C2}">
      <dsp:nvSpPr>
        <dsp:cNvPr id="0" name=""/>
        <dsp:cNvSpPr/>
      </dsp:nvSpPr>
      <dsp:spPr>
        <a:xfrm>
          <a:off x="0" y="3542400"/>
          <a:ext cx="4872038" cy="504000"/>
        </a:xfrm>
        <a:prstGeom prst="rect">
          <a:avLst/>
        </a:prstGeom>
        <a:solidFill>
          <a:schemeClr val="lt1">
            <a:alpha val="90000"/>
            <a:hueOff val="0"/>
            <a:satOff val="0"/>
            <a:lumOff val="0"/>
            <a:alphaOff val="0"/>
          </a:schemeClr>
        </a:solidFill>
        <a:ln w="9525" cap="rnd" cmpd="sng" algn="ctr">
          <a:solidFill>
            <a:schemeClr val="accent2">
              <a:hueOff val="1354814"/>
              <a:satOff val="-6632"/>
              <a:lumOff val="3725"/>
              <a:alphaOff val="0"/>
            </a:schemeClr>
          </a:solidFill>
          <a:prstDash val="solid"/>
        </a:ln>
        <a:effectLst/>
      </dsp:spPr>
      <dsp:style>
        <a:lnRef idx="1">
          <a:scrgbClr r="0" g="0" b="0"/>
        </a:lnRef>
        <a:fillRef idx="1">
          <a:scrgbClr r="0" g="0" b="0"/>
        </a:fillRef>
        <a:effectRef idx="0">
          <a:scrgbClr r="0" g="0" b="0"/>
        </a:effectRef>
        <a:fontRef idx="minor"/>
      </dsp:style>
    </dsp:sp>
    <dsp:sp modelId="{4C40A91B-968E-4F3B-B3E5-3544E129362C}">
      <dsp:nvSpPr>
        <dsp:cNvPr id="0" name=""/>
        <dsp:cNvSpPr/>
      </dsp:nvSpPr>
      <dsp:spPr>
        <a:xfrm>
          <a:off x="243601" y="3247200"/>
          <a:ext cx="3410426" cy="590400"/>
        </a:xfrm>
        <a:prstGeom prst="roundRect">
          <a:avLst/>
        </a:prstGeom>
        <a:gradFill rotWithShape="0">
          <a:gsLst>
            <a:gs pos="0">
              <a:schemeClr val="accent2">
                <a:hueOff val="1354814"/>
                <a:satOff val="-6632"/>
                <a:lumOff val="3725"/>
                <a:alphaOff val="0"/>
                <a:tint val="98000"/>
                <a:lumMod val="114000"/>
              </a:schemeClr>
            </a:gs>
            <a:gs pos="100000">
              <a:schemeClr val="accent2">
                <a:hueOff val="1354814"/>
                <a:satOff val="-6632"/>
                <a:lumOff val="3725"/>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8906" tIns="0" rIns="128906" bIns="0" numCol="1" spcCol="1270" anchor="ctr" anchorCtr="0">
          <a:noAutofit/>
        </a:bodyPr>
        <a:lstStyle/>
        <a:p>
          <a:pPr marL="0" lvl="0" indent="0" algn="l" defTabSz="889000">
            <a:lnSpc>
              <a:spcPct val="90000"/>
            </a:lnSpc>
            <a:spcBef>
              <a:spcPct val="0"/>
            </a:spcBef>
            <a:spcAft>
              <a:spcPct val="35000"/>
            </a:spcAft>
            <a:buNone/>
          </a:pPr>
          <a:r>
            <a:rPr lang="en-US" sz="2000" b="0" i="0" kern="1200"/>
            <a:t>• Clean Bootstrap/CSS UI</a:t>
          </a:r>
          <a:endParaRPr lang="en-US" sz="2000" kern="1200"/>
        </a:p>
      </dsp:txBody>
      <dsp:txXfrm>
        <a:off x="272422" y="3276021"/>
        <a:ext cx="3352784" cy="53275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8A1339C-02C0-4826-8DE2-4B4D80131E48}">
      <dsp:nvSpPr>
        <dsp:cNvPr id="0" name=""/>
        <dsp:cNvSpPr/>
      </dsp:nvSpPr>
      <dsp:spPr>
        <a:xfrm>
          <a:off x="243189" y="570108"/>
          <a:ext cx="3724860" cy="3724860"/>
        </a:xfrm>
        <a:prstGeom prst="circularArrow">
          <a:avLst>
            <a:gd name="adj1" fmla="val 5544"/>
            <a:gd name="adj2" fmla="val 330680"/>
            <a:gd name="adj3" fmla="val 14573003"/>
            <a:gd name="adj4" fmla="val 16917568"/>
            <a:gd name="adj5" fmla="val 5757"/>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7B95A85-2B81-496C-AB37-2CE5D3F472C2}">
      <dsp:nvSpPr>
        <dsp:cNvPr id="0" name=""/>
        <dsp:cNvSpPr/>
      </dsp:nvSpPr>
      <dsp:spPr>
        <a:xfrm>
          <a:off x="1549399" y="598921"/>
          <a:ext cx="1112441" cy="556220"/>
        </a:xfrm>
        <a:prstGeom prst="roundRect">
          <a:avLst/>
        </a:prstGeom>
        <a:solidFill>
          <a:schemeClr val="accent2">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kern="1200"/>
            <a:t>CRUD Routes:</a:t>
          </a:r>
        </a:p>
      </dsp:txBody>
      <dsp:txXfrm>
        <a:off x="1576551" y="626073"/>
        <a:ext cx="1058137" cy="501916"/>
      </dsp:txXfrm>
    </dsp:sp>
    <dsp:sp modelId="{6B9688FA-6C0E-4080-8822-285A8762F395}">
      <dsp:nvSpPr>
        <dsp:cNvPr id="0" name=""/>
        <dsp:cNvSpPr/>
      </dsp:nvSpPr>
      <dsp:spPr>
        <a:xfrm>
          <a:off x="2791281" y="1196979"/>
          <a:ext cx="1112441" cy="556220"/>
        </a:xfrm>
        <a:prstGeom prst="roundRect">
          <a:avLst/>
        </a:prstGeom>
        <a:solidFill>
          <a:schemeClr val="accent3">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kern="1200"/>
            <a:t>• POST /login</a:t>
          </a:r>
        </a:p>
      </dsp:txBody>
      <dsp:txXfrm>
        <a:off x="2818433" y="1224131"/>
        <a:ext cx="1058137" cy="501916"/>
      </dsp:txXfrm>
    </dsp:sp>
    <dsp:sp modelId="{0E6E695A-E733-4AF8-9E60-4B324D44E2F3}">
      <dsp:nvSpPr>
        <dsp:cNvPr id="0" name=""/>
        <dsp:cNvSpPr/>
      </dsp:nvSpPr>
      <dsp:spPr>
        <a:xfrm>
          <a:off x="3098000" y="2540806"/>
          <a:ext cx="1112441" cy="556220"/>
        </a:xfrm>
        <a:prstGeom prst="roundRect">
          <a:avLst/>
        </a:prstGeom>
        <a:solidFill>
          <a:schemeClr val="accent4">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kern="1200"/>
            <a:t>• GET /transactions</a:t>
          </a:r>
        </a:p>
      </dsp:txBody>
      <dsp:txXfrm>
        <a:off x="3125152" y="2567958"/>
        <a:ext cx="1058137" cy="501916"/>
      </dsp:txXfrm>
    </dsp:sp>
    <dsp:sp modelId="{F8BDABB1-3CDC-4ADF-B179-267E2402D0D8}">
      <dsp:nvSpPr>
        <dsp:cNvPr id="0" name=""/>
        <dsp:cNvSpPr/>
      </dsp:nvSpPr>
      <dsp:spPr>
        <a:xfrm>
          <a:off x="2238591" y="3618471"/>
          <a:ext cx="1112441" cy="556220"/>
        </a:xfrm>
        <a:prstGeom prst="roundRect">
          <a:avLst/>
        </a:prstGeom>
        <a:solidFill>
          <a:schemeClr val="accent5">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kern="1200"/>
            <a:t>• POST /transactions</a:t>
          </a:r>
        </a:p>
      </dsp:txBody>
      <dsp:txXfrm>
        <a:off x="2265743" y="3645623"/>
        <a:ext cx="1058137" cy="501916"/>
      </dsp:txXfrm>
    </dsp:sp>
    <dsp:sp modelId="{448A53CD-0E47-4F7B-BBB8-940793BFBB12}">
      <dsp:nvSpPr>
        <dsp:cNvPr id="0" name=""/>
        <dsp:cNvSpPr/>
      </dsp:nvSpPr>
      <dsp:spPr>
        <a:xfrm>
          <a:off x="860206" y="3618471"/>
          <a:ext cx="1112441" cy="556220"/>
        </a:xfrm>
        <a:prstGeom prst="roundRect">
          <a:avLst/>
        </a:prstGeom>
        <a:solidFill>
          <a:schemeClr val="accent6">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kern="1200"/>
            <a:t>• PUT /transactions/:id</a:t>
          </a:r>
        </a:p>
      </dsp:txBody>
      <dsp:txXfrm>
        <a:off x="887358" y="3645623"/>
        <a:ext cx="1058137" cy="501916"/>
      </dsp:txXfrm>
    </dsp:sp>
    <dsp:sp modelId="{49AFC3BE-C364-49BD-816C-FF079F9A0A64}">
      <dsp:nvSpPr>
        <dsp:cNvPr id="0" name=""/>
        <dsp:cNvSpPr/>
      </dsp:nvSpPr>
      <dsp:spPr>
        <a:xfrm>
          <a:off x="797" y="2540806"/>
          <a:ext cx="1112441" cy="556220"/>
        </a:xfrm>
        <a:prstGeom prst="roundRect">
          <a:avLst/>
        </a:prstGeom>
        <a:solidFill>
          <a:schemeClr val="accent2">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kern="1200"/>
            <a:t>• DELETE /transactions/:id</a:t>
          </a:r>
        </a:p>
      </dsp:txBody>
      <dsp:txXfrm>
        <a:off x="27949" y="2567958"/>
        <a:ext cx="1058137" cy="501916"/>
      </dsp:txXfrm>
    </dsp:sp>
    <dsp:sp modelId="{142E1169-D374-4E92-A7EE-68566CFA41A8}">
      <dsp:nvSpPr>
        <dsp:cNvPr id="0" name=""/>
        <dsp:cNvSpPr/>
      </dsp:nvSpPr>
      <dsp:spPr>
        <a:xfrm>
          <a:off x="307517" y="1196979"/>
          <a:ext cx="1112441" cy="556220"/>
        </a:xfrm>
        <a:prstGeom prst="roundRect">
          <a:avLst/>
        </a:prstGeom>
        <a:solidFill>
          <a:schemeClr val="accent3">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kern="1200"/>
            <a:t>Includes validation + error handling.</a:t>
          </a:r>
        </a:p>
      </dsp:txBody>
      <dsp:txXfrm>
        <a:off x="334669" y="1224131"/>
        <a:ext cx="1058137" cy="501916"/>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7FEB8B9-8DB5-435F-A5D3-7E0351C6E1D1}">
      <dsp:nvSpPr>
        <dsp:cNvPr id="0" name=""/>
        <dsp:cNvSpPr/>
      </dsp:nvSpPr>
      <dsp:spPr>
        <a:xfrm>
          <a:off x="0" y="0"/>
          <a:ext cx="3368992" cy="1050194"/>
        </a:xfrm>
        <a:prstGeom prst="roundRect">
          <a:avLst>
            <a:gd name="adj" fmla="val 10000"/>
          </a:avLst>
        </a:prstGeom>
        <a:solidFill>
          <a:schemeClr val="accent2">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Models:</a:t>
          </a:r>
        </a:p>
      </dsp:txBody>
      <dsp:txXfrm>
        <a:off x="30759" y="30759"/>
        <a:ext cx="2147008" cy="988676"/>
      </dsp:txXfrm>
    </dsp:sp>
    <dsp:sp modelId="{AACA99F6-9E77-41A5-A13B-9DCFA0A379B4}">
      <dsp:nvSpPr>
        <dsp:cNvPr id="0" name=""/>
        <dsp:cNvSpPr/>
      </dsp:nvSpPr>
      <dsp:spPr>
        <a:xfrm>
          <a:off x="282153" y="1241139"/>
          <a:ext cx="3368992" cy="1050194"/>
        </a:xfrm>
        <a:prstGeom prst="roundRect">
          <a:avLst>
            <a:gd name="adj" fmla="val 10000"/>
          </a:avLst>
        </a:prstGeom>
        <a:solidFill>
          <a:schemeClr val="accent2">
            <a:hueOff val="451605"/>
            <a:satOff val="-2211"/>
            <a:lumOff val="1242"/>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User → username, password, transactions</a:t>
          </a:r>
        </a:p>
      </dsp:txBody>
      <dsp:txXfrm>
        <a:off x="312912" y="1271898"/>
        <a:ext cx="2342694" cy="988676"/>
      </dsp:txXfrm>
    </dsp:sp>
    <dsp:sp modelId="{F2EB6919-600B-4EE5-A2DE-ED923DCD0ACE}">
      <dsp:nvSpPr>
        <dsp:cNvPr id="0" name=""/>
        <dsp:cNvSpPr/>
      </dsp:nvSpPr>
      <dsp:spPr>
        <a:xfrm>
          <a:off x="560094" y="2482278"/>
          <a:ext cx="3368992" cy="1050194"/>
        </a:xfrm>
        <a:prstGeom prst="roundRect">
          <a:avLst>
            <a:gd name="adj" fmla="val 10000"/>
          </a:avLst>
        </a:prstGeom>
        <a:solidFill>
          <a:schemeClr val="accent2">
            <a:hueOff val="903209"/>
            <a:satOff val="-4421"/>
            <a:lumOff val="2483"/>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Transaction → amount, category, date, description</a:t>
          </a:r>
        </a:p>
      </dsp:txBody>
      <dsp:txXfrm>
        <a:off x="590853" y="2513037"/>
        <a:ext cx="2346905" cy="988676"/>
      </dsp:txXfrm>
    </dsp:sp>
    <dsp:sp modelId="{A574390F-6A0C-44DA-B7BB-4C6AFE7E5BF1}">
      <dsp:nvSpPr>
        <dsp:cNvPr id="0" name=""/>
        <dsp:cNvSpPr/>
      </dsp:nvSpPr>
      <dsp:spPr>
        <a:xfrm>
          <a:off x="842247" y="3723418"/>
          <a:ext cx="3368992" cy="1050194"/>
        </a:xfrm>
        <a:prstGeom prst="roundRect">
          <a:avLst>
            <a:gd name="adj" fmla="val 10000"/>
          </a:avLst>
        </a:prstGeom>
        <a:solidFill>
          <a:schemeClr val="accent2">
            <a:hueOff val="1354814"/>
            <a:satOff val="-6632"/>
            <a:lumOff val="3725"/>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Full CRUD implemented.</a:t>
          </a:r>
        </a:p>
      </dsp:txBody>
      <dsp:txXfrm>
        <a:off x="873006" y="3754177"/>
        <a:ext cx="2342694" cy="988676"/>
      </dsp:txXfrm>
    </dsp:sp>
    <dsp:sp modelId="{FC336346-4A60-43D7-9D6E-AEAC02B538EB}">
      <dsp:nvSpPr>
        <dsp:cNvPr id="0" name=""/>
        <dsp:cNvSpPr/>
      </dsp:nvSpPr>
      <dsp:spPr>
        <a:xfrm>
          <a:off x="2686365" y="804353"/>
          <a:ext cx="682626" cy="682626"/>
        </a:xfrm>
        <a:prstGeom prst="downArrow">
          <a:avLst>
            <a:gd name="adj1" fmla="val 55000"/>
            <a:gd name="adj2" fmla="val 45000"/>
          </a:avLst>
        </a:prstGeom>
        <a:solidFill>
          <a:schemeClr val="accent2">
            <a:tint val="40000"/>
            <a:alpha val="90000"/>
            <a:hueOff val="0"/>
            <a:satOff val="0"/>
            <a:lumOff val="0"/>
            <a:alphaOff val="0"/>
          </a:schemeClr>
        </a:solidFill>
        <a:ln w="19050" cap="rnd"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9370" tIns="39370" rIns="39370" bIns="39370" numCol="1" spcCol="1270" anchor="ctr" anchorCtr="0">
          <a:noAutofit/>
        </a:bodyPr>
        <a:lstStyle/>
        <a:p>
          <a:pPr marL="0" lvl="0" indent="0" algn="ctr" defTabSz="1377950">
            <a:lnSpc>
              <a:spcPct val="90000"/>
            </a:lnSpc>
            <a:spcBef>
              <a:spcPct val="0"/>
            </a:spcBef>
            <a:spcAft>
              <a:spcPct val="35000"/>
            </a:spcAft>
            <a:buNone/>
          </a:pPr>
          <a:endParaRPr lang="en-US" sz="3100" kern="1200"/>
        </a:p>
      </dsp:txBody>
      <dsp:txXfrm>
        <a:off x="2839956" y="804353"/>
        <a:ext cx="375444" cy="513676"/>
      </dsp:txXfrm>
    </dsp:sp>
    <dsp:sp modelId="{9D39B81B-3BD5-407C-B5A3-8098CA95A9B3}">
      <dsp:nvSpPr>
        <dsp:cNvPr id="0" name=""/>
        <dsp:cNvSpPr/>
      </dsp:nvSpPr>
      <dsp:spPr>
        <a:xfrm>
          <a:off x="2968518" y="2045493"/>
          <a:ext cx="682626" cy="682626"/>
        </a:xfrm>
        <a:prstGeom prst="downArrow">
          <a:avLst>
            <a:gd name="adj1" fmla="val 55000"/>
            <a:gd name="adj2" fmla="val 45000"/>
          </a:avLst>
        </a:prstGeom>
        <a:solidFill>
          <a:schemeClr val="accent2">
            <a:tint val="40000"/>
            <a:alpha val="90000"/>
            <a:hueOff val="814885"/>
            <a:satOff val="-2356"/>
            <a:lumOff val="-50"/>
            <a:alphaOff val="0"/>
          </a:schemeClr>
        </a:solidFill>
        <a:ln w="19050" cap="rnd" cmpd="sng" algn="ctr">
          <a:solidFill>
            <a:schemeClr val="accent2">
              <a:tint val="40000"/>
              <a:alpha val="90000"/>
              <a:hueOff val="814885"/>
              <a:satOff val="-2356"/>
              <a:lumOff val="-5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9370" tIns="39370" rIns="39370" bIns="39370" numCol="1" spcCol="1270" anchor="ctr" anchorCtr="0">
          <a:noAutofit/>
        </a:bodyPr>
        <a:lstStyle/>
        <a:p>
          <a:pPr marL="0" lvl="0" indent="0" algn="ctr" defTabSz="1377950">
            <a:lnSpc>
              <a:spcPct val="90000"/>
            </a:lnSpc>
            <a:spcBef>
              <a:spcPct val="0"/>
            </a:spcBef>
            <a:spcAft>
              <a:spcPct val="35000"/>
            </a:spcAft>
            <a:buNone/>
          </a:pPr>
          <a:endParaRPr lang="en-US" sz="3100" kern="1200"/>
        </a:p>
      </dsp:txBody>
      <dsp:txXfrm>
        <a:off x="3122109" y="2045493"/>
        <a:ext cx="375444" cy="513676"/>
      </dsp:txXfrm>
    </dsp:sp>
    <dsp:sp modelId="{709924A3-D497-4EEE-8269-E3C97D6D62C9}">
      <dsp:nvSpPr>
        <dsp:cNvPr id="0" name=""/>
        <dsp:cNvSpPr/>
      </dsp:nvSpPr>
      <dsp:spPr>
        <a:xfrm>
          <a:off x="3246460" y="3286632"/>
          <a:ext cx="682626" cy="682626"/>
        </a:xfrm>
        <a:prstGeom prst="downArrow">
          <a:avLst>
            <a:gd name="adj1" fmla="val 55000"/>
            <a:gd name="adj2" fmla="val 45000"/>
          </a:avLst>
        </a:prstGeom>
        <a:solidFill>
          <a:schemeClr val="accent2">
            <a:tint val="40000"/>
            <a:alpha val="90000"/>
            <a:hueOff val="1629769"/>
            <a:satOff val="-4713"/>
            <a:lumOff val="-100"/>
            <a:alphaOff val="0"/>
          </a:schemeClr>
        </a:solidFill>
        <a:ln w="19050" cap="rnd" cmpd="sng" algn="ctr">
          <a:solidFill>
            <a:schemeClr val="accent2">
              <a:tint val="40000"/>
              <a:alpha val="90000"/>
              <a:hueOff val="1629769"/>
              <a:satOff val="-4713"/>
              <a:lumOff val="-10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9370" tIns="39370" rIns="39370" bIns="39370" numCol="1" spcCol="1270" anchor="ctr" anchorCtr="0">
          <a:noAutofit/>
        </a:bodyPr>
        <a:lstStyle/>
        <a:p>
          <a:pPr marL="0" lvl="0" indent="0" algn="ctr" defTabSz="1377950">
            <a:lnSpc>
              <a:spcPct val="90000"/>
            </a:lnSpc>
            <a:spcBef>
              <a:spcPct val="0"/>
            </a:spcBef>
            <a:spcAft>
              <a:spcPct val="35000"/>
            </a:spcAft>
            <a:buNone/>
          </a:pPr>
          <a:endParaRPr lang="en-US" sz="3100" kern="1200"/>
        </a:p>
      </dsp:txBody>
      <dsp:txXfrm>
        <a:off x="3400051" y="3286632"/>
        <a:ext cx="375444" cy="513676"/>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39E785-131E-48AA-923E-D46ADD3A396A}">
      <dsp:nvSpPr>
        <dsp:cNvPr id="0" name=""/>
        <dsp:cNvSpPr/>
      </dsp:nvSpPr>
      <dsp:spPr>
        <a:xfrm>
          <a:off x="0" y="1478"/>
          <a:ext cx="4872038" cy="63021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DE24ABF-0EA7-4230-873E-B402C3600BE4}">
      <dsp:nvSpPr>
        <dsp:cNvPr id="0" name=""/>
        <dsp:cNvSpPr/>
      </dsp:nvSpPr>
      <dsp:spPr>
        <a:xfrm>
          <a:off x="190639" y="143276"/>
          <a:ext cx="346616" cy="34661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4A11AAC1-FFBC-4290-930D-B4DB7EEC3B16}">
      <dsp:nvSpPr>
        <dsp:cNvPr id="0" name=""/>
        <dsp:cNvSpPr/>
      </dsp:nvSpPr>
      <dsp:spPr>
        <a:xfrm>
          <a:off x="727895" y="1478"/>
          <a:ext cx="4144142" cy="6302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698" tIns="66698" rIns="66698" bIns="66698" numCol="1" spcCol="1270" anchor="ctr" anchorCtr="0">
          <a:noAutofit/>
        </a:bodyPr>
        <a:lstStyle/>
        <a:p>
          <a:pPr marL="0" lvl="0" indent="0" algn="l" defTabSz="755650">
            <a:lnSpc>
              <a:spcPct val="90000"/>
            </a:lnSpc>
            <a:spcBef>
              <a:spcPct val="0"/>
            </a:spcBef>
            <a:spcAft>
              <a:spcPct val="35000"/>
            </a:spcAft>
            <a:buNone/>
          </a:pPr>
          <a:r>
            <a:rPr lang="en-US" sz="1700" kern="1200"/>
            <a:t>React UI</a:t>
          </a:r>
        </a:p>
      </dsp:txBody>
      <dsp:txXfrm>
        <a:off x="727895" y="1478"/>
        <a:ext cx="4144142" cy="630212"/>
      </dsp:txXfrm>
    </dsp:sp>
    <dsp:sp modelId="{B7A9096E-3F4F-4DE8-87D8-C71D237CDD99}">
      <dsp:nvSpPr>
        <dsp:cNvPr id="0" name=""/>
        <dsp:cNvSpPr/>
      </dsp:nvSpPr>
      <dsp:spPr>
        <a:xfrm>
          <a:off x="0" y="789244"/>
          <a:ext cx="4872038" cy="63021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4012741-BB4A-4041-B475-D139564C33F6}">
      <dsp:nvSpPr>
        <dsp:cNvPr id="0" name=""/>
        <dsp:cNvSpPr/>
      </dsp:nvSpPr>
      <dsp:spPr>
        <a:xfrm>
          <a:off x="190639" y="931042"/>
          <a:ext cx="346616" cy="34661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796C63A6-366D-4FC0-9344-227196FEEFFB}">
      <dsp:nvSpPr>
        <dsp:cNvPr id="0" name=""/>
        <dsp:cNvSpPr/>
      </dsp:nvSpPr>
      <dsp:spPr>
        <a:xfrm>
          <a:off x="727895" y="789244"/>
          <a:ext cx="4144142" cy="6302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698" tIns="66698" rIns="66698" bIns="66698" numCol="1" spcCol="1270" anchor="ctr" anchorCtr="0">
          <a:noAutofit/>
        </a:bodyPr>
        <a:lstStyle/>
        <a:p>
          <a:pPr marL="0" lvl="0" indent="0" algn="l" defTabSz="755650">
            <a:lnSpc>
              <a:spcPct val="90000"/>
            </a:lnSpc>
            <a:spcBef>
              <a:spcPct val="0"/>
            </a:spcBef>
            <a:spcAft>
              <a:spcPct val="35000"/>
            </a:spcAft>
            <a:buNone/>
          </a:pPr>
          <a:r>
            <a:rPr lang="en-US" sz="1700" kern="1200"/>
            <a:t>↓ (Axios)</a:t>
          </a:r>
        </a:p>
      </dsp:txBody>
      <dsp:txXfrm>
        <a:off x="727895" y="789244"/>
        <a:ext cx="4144142" cy="630212"/>
      </dsp:txXfrm>
    </dsp:sp>
    <dsp:sp modelId="{1BF2C6F4-B3BA-47AC-8D3E-39F8D771DF5E}">
      <dsp:nvSpPr>
        <dsp:cNvPr id="0" name=""/>
        <dsp:cNvSpPr/>
      </dsp:nvSpPr>
      <dsp:spPr>
        <a:xfrm>
          <a:off x="0" y="1577010"/>
          <a:ext cx="4872038" cy="63021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6EB0FB2-4561-4F70-A086-DBC70E1697AB}">
      <dsp:nvSpPr>
        <dsp:cNvPr id="0" name=""/>
        <dsp:cNvSpPr/>
      </dsp:nvSpPr>
      <dsp:spPr>
        <a:xfrm>
          <a:off x="190639" y="1718808"/>
          <a:ext cx="346616" cy="34661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4C7651F1-B739-4D51-BFE8-A6F109FFB534}">
      <dsp:nvSpPr>
        <dsp:cNvPr id="0" name=""/>
        <dsp:cNvSpPr/>
      </dsp:nvSpPr>
      <dsp:spPr>
        <a:xfrm>
          <a:off x="727895" y="1577010"/>
          <a:ext cx="4144142" cy="6302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698" tIns="66698" rIns="66698" bIns="66698" numCol="1" spcCol="1270" anchor="ctr" anchorCtr="0">
          <a:noAutofit/>
        </a:bodyPr>
        <a:lstStyle/>
        <a:p>
          <a:pPr marL="0" lvl="0" indent="0" algn="l" defTabSz="755650">
            <a:lnSpc>
              <a:spcPct val="90000"/>
            </a:lnSpc>
            <a:spcBef>
              <a:spcPct val="0"/>
            </a:spcBef>
            <a:spcAft>
              <a:spcPct val="35000"/>
            </a:spcAft>
            <a:buNone/>
          </a:pPr>
          <a:r>
            <a:rPr lang="en-US" sz="1700" kern="1200"/>
            <a:t>Express API</a:t>
          </a:r>
        </a:p>
      </dsp:txBody>
      <dsp:txXfrm>
        <a:off x="727895" y="1577010"/>
        <a:ext cx="4144142" cy="630212"/>
      </dsp:txXfrm>
    </dsp:sp>
    <dsp:sp modelId="{A3D28BE7-232D-4CBC-9B69-45919EE6018C}">
      <dsp:nvSpPr>
        <dsp:cNvPr id="0" name=""/>
        <dsp:cNvSpPr/>
      </dsp:nvSpPr>
      <dsp:spPr>
        <a:xfrm>
          <a:off x="0" y="2364776"/>
          <a:ext cx="4872038" cy="63021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79EF058-AE9A-499E-96FA-8AA64E6BFAE2}">
      <dsp:nvSpPr>
        <dsp:cNvPr id="0" name=""/>
        <dsp:cNvSpPr/>
      </dsp:nvSpPr>
      <dsp:spPr>
        <a:xfrm>
          <a:off x="190639" y="2506574"/>
          <a:ext cx="346616" cy="346616"/>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D9865121-F2AD-4377-93FD-A74B8D57EB2C}">
      <dsp:nvSpPr>
        <dsp:cNvPr id="0" name=""/>
        <dsp:cNvSpPr/>
      </dsp:nvSpPr>
      <dsp:spPr>
        <a:xfrm>
          <a:off x="727895" y="2364776"/>
          <a:ext cx="4144142" cy="6302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698" tIns="66698" rIns="66698" bIns="66698" numCol="1" spcCol="1270" anchor="ctr" anchorCtr="0">
          <a:noAutofit/>
        </a:bodyPr>
        <a:lstStyle/>
        <a:p>
          <a:pPr marL="0" lvl="0" indent="0" algn="l" defTabSz="755650">
            <a:lnSpc>
              <a:spcPct val="90000"/>
            </a:lnSpc>
            <a:spcBef>
              <a:spcPct val="0"/>
            </a:spcBef>
            <a:spcAft>
              <a:spcPct val="35000"/>
            </a:spcAft>
            <a:buNone/>
          </a:pPr>
          <a:r>
            <a:rPr lang="en-US" sz="1700" kern="1200"/>
            <a:t>↓ (Mongoose)</a:t>
          </a:r>
        </a:p>
      </dsp:txBody>
      <dsp:txXfrm>
        <a:off x="727895" y="2364776"/>
        <a:ext cx="4144142" cy="630212"/>
      </dsp:txXfrm>
    </dsp:sp>
    <dsp:sp modelId="{14E38942-6161-44D7-AA66-2702684CE05A}">
      <dsp:nvSpPr>
        <dsp:cNvPr id="0" name=""/>
        <dsp:cNvSpPr/>
      </dsp:nvSpPr>
      <dsp:spPr>
        <a:xfrm>
          <a:off x="0" y="3152542"/>
          <a:ext cx="4872038" cy="63021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69712A1-A968-4980-BB86-D07FEFF42024}">
      <dsp:nvSpPr>
        <dsp:cNvPr id="0" name=""/>
        <dsp:cNvSpPr/>
      </dsp:nvSpPr>
      <dsp:spPr>
        <a:xfrm>
          <a:off x="190639" y="3294340"/>
          <a:ext cx="346616" cy="346616"/>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05665BB2-CC04-411A-8DB0-2C69D9D0B4C9}">
      <dsp:nvSpPr>
        <dsp:cNvPr id="0" name=""/>
        <dsp:cNvSpPr/>
      </dsp:nvSpPr>
      <dsp:spPr>
        <a:xfrm>
          <a:off x="727895" y="3152542"/>
          <a:ext cx="4144142" cy="6302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698" tIns="66698" rIns="66698" bIns="66698" numCol="1" spcCol="1270" anchor="ctr" anchorCtr="0">
          <a:noAutofit/>
        </a:bodyPr>
        <a:lstStyle/>
        <a:p>
          <a:pPr marL="0" lvl="0" indent="0" algn="l" defTabSz="755650">
            <a:lnSpc>
              <a:spcPct val="90000"/>
            </a:lnSpc>
            <a:spcBef>
              <a:spcPct val="0"/>
            </a:spcBef>
            <a:spcAft>
              <a:spcPct val="35000"/>
            </a:spcAft>
            <a:buNone/>
          </a:pPr>
          <a:r>
            <a:rPr lang="en-US" sz="1700" kern="1200"/>
            <a:t>MongoDB</a:t>
          </a:r>
        </a:p>
      </dsp:txBody>
      <dsp:txXfrm>
        <a:off x="727895" y="3152542"/>
        <a:ext cx="4144142" cy="630212"/>
      </dsp:txXfrm>
    </dsp:sp>
    <dsp:sp modelId="{DD20FA55-A91F-4CD1-B5BF-BD5D24EE447C}">
      <dsp:nvSpPr>
        <dsp:cNvPr id="0" name=""/>
        <dsp:cNvSpPr/>
      </dsp:nvSpPr>
      <dsp:spPr>
        <a:xfrm>
          <a:off x="0" y="3940308"/>
          <a:ext cx="4872038" cy="63021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057AF8D-7D81-41F9-B040-EB102F24D628}">
      <dsp:nvSpPr>
        <dsp:cNvPr id="0" name=""/>
        <dsp:cNvSpPr/>
      </dsp:nvSpPr>
      <dsp:spPr>
        <a:xfrm>
          <a:off x="190639" y="4082106"/>
          <a:ext cx="346616" cy="346616"/>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7D2ED871-58EC-4611-92D2-22E80A59A58A}">
      <dsp:nvSpPr>
        <dsp:cNvPr id="0" name=""/>
        <dsp:cNvSpPr/>
      </dsp:nvSpPr>
      <dsp:spPr>
        <a:xfrm>
          <a:off x="727895" y="3940308"/>
          <a:ext cx="4144142" cy="6302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698" tIns="66698" rIns="66698" bIns="66698" numCol="1" spcCol="1270" anchor="ctr" anchorCtr="0">
          <a:noAutofit/>
        </a:bodyPr>
        <a:lstStyle/>
        <a:p>
          <a:pPr marL="0" lvl="0" indent="0" algn="l" defTabSz="755650">
            <a:lnSpc>
              <a:spcPct val="90000"/>
            </a:lnSpc>
            <a:spcBef>
              <a:spcPct val="0"/>
            </a:spcBef>
            <a:spcAft>
              <a:spcPct val="35000"/>
            </a:spcAft>
            <a:buNone/>
          </a:pPr>
          <a:r>
            <a:rPr lang="en-US" sz="1700" kern="1200"/>
            <a:t>Full end-to-end sync between all layers.</a:t>
          </a:r>
        </a:p>
      </dsp:txBody>
      <dsp:txXfrm>
        <a:off x="727895" y="3940308"/>
        <a:ext cx="4144142" cy="630212"/>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60A1FF1-30A2-4976-B544-5BB183C665B8}">
      <dsp:nvSpPr>
        <dsp:cNvPr id="0" name=""/>
        <dsp:cNvSpPr/>
      </dsp:nvSpPr>
      <dsp:spPr>
        <a:xfrm>
          <a:off x="0" y="281186"/>
          <a:ext cx="4211240" cy="4211240"/>
        </a:xfrm>
        <a:prstGeom prst="diamond">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0D6E53A-DAA6-44BC-9026-CE46CB1EA2F4}">
      <dsp:nvSpPr>
        <dsp:cNvPr id="0" name=""/>
        <dsp:cNvSpPr/>
      </dsp:nvSpPr>
      <dsp:spPr>
        <a:xfrm>
          <a:off x="400067" y="681254"/>
          <a:ext cx="1642383" cy="1642383"/>
        </a:xfrm>
        <a:prstGeom prst="roundRect">
          <a:avLst/>
        </a:prstGeom>
        <a:solidFill>
          <a:schemeClr val="accent2">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b="0" i="0" kern="1200"/>
            <a:t>Cole – Frontend (UI &amp; routing)</a:t>
          </a:r>
          <a:endParaRPr lang="en-US" sz="1700" kern="1200"/>
        </a:p>
      </dsp:txBody>
      <dsp:txXfrm>
        <a:off x="480242" y="761429"/>
        <a:ext cx="1482033" cy="1482033"/>
      </dsp:txXfrm>
    </dsp:sp>
    <dsp:sp modelId="{54075355-96F3-43B3-9E7C-6C760440E980}">
      <dsp:nvSpPr>
        <dsp:cNvPr id="0" name=""/>
        <dsp:cNvSpPr/>
      </dsp:nvSpPr>
      <dsp:spPr>
        <a:xfrm>
          <a:off x="2168788" y="681254"/>
          <a:ext cx="1642383" cy="1642383"/>
        </a:xfrm>
        <a:prstGeom prst="roundRect">
          <a:avLst/>
        </a:prstGeom>
        <a:solidFill>
          <a:schemeClr val="accent3">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b="0" i="0" kern="1200"/>
            <a:t>CJ – Backend (API &amp; logic)</a:t>
          </a:r>
          <a:endParaRPr lang="en-US" sz="1700" kern="1200"/>
        </a:p>
      </dsp:txBody>
      <dsp:txXfrm>
        <a:off x="2248963" y="761429"/>
        <a:ext cx="1482033" cy="1482033"/>
      </dsp:txXfrm>
    </dsp:sp>
    <dsp:sp modelId="{D10F7CDC-65E6-401D-9466-C859F524FE6B}">
      <dsp:nvSpPr>
        <dsp:cNvPr id="0" name=""/>
        <dsp:cNvSpPr/>
      </dsp:nvSpPr>
      <dsp:spPr>
        <a:xfrm>
          <a:off x="400067" y="2449975"/>
          <a:ext cx="1642383" cy="1642383"/>
        </a:xfrm>
        <a:prstGeom prst="roundRect">
          <a:avLst/>
        </a:prstGeom>
        <a:solidFill>
          <a:schemeClr val="accent4">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b="0" i="0" kern="1200"/>
            <a:t>Bill – Database (models &amp; CRUD)</a:t>
          </a:r>
          <a:endParaRPr lang="en-US" sz="1700" kern="1200"/>
        </a:p>
      </dsp:txBody>
      <dsp:txXfrm>
        <a:off x="480242" y="2530150"/>
        <a:ext cx="1482033" cy="1482033"/>
      </dsp:txXfrm>
    </dsp:sp>
    <dsp:sp modelId="{C89B4732-D9E8-4049-9552-297FD45CBEC4}">
      <dsp:nvSpPr>
        <dsp:cNvPr id="0" name=""/>
        <dsp:cNvSpPr/>
      </dsp:nvSpPr>
      <dsp:spPr>
        <a:xfrm>
          <a:off x="2168788" y="2449975"/>
          <a:ext cx="1642383" cy="1642383"/>
        </a:xfrm>
        <a:prstGeom prst="roundRect">
          <a:avLst/>
        </a:prstGeom>
        <a:solidFill>
          <a:schemeClr val="accent5">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b="0" i="0" kern="1200"/>
            <a:t>Grant – Presentation + Docs</a:t>
          </a:r>
          <a:endParaRPr lang="en-US" sz="1700" kern="1200"/>
        </a:p>
      </dsp:txBody>
      <dsp:txXfrm>
        <a:off x="2248963" y="2530150"/>
        <a:ext cx="1482033" cy="1482033"/>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F1CDDB2-AE68-46C0-8803-556126471D03}">
      <dsp:nvSpPr>
        <dsp:cNvPr id="0" name=""/>
        <dsp:cNvSpPr/>
      </dsp:nvSpPr>
      <dsp:spPr>
        <a:xfrm>
          <a:off x="168922" y="2563430"/>
          <a:ext cx="1347267" cy="5394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889000">
            <a:lnSpc>
              <a:spcPct val="90000"/>
            </a:lnSpc>
            <a:spcBef>
              <a:spcPct val="0"/>
            </a:spcBef>
            <a:spcAft>
              <a:spcPct val="35000"/>
            </a:spcAft>
            <a:buNone/>
            <a:defRPr b="1"/>
          </a:pPr>
          <a:r>
            <a:rPr lang="en-US" sz="2000" kern="1200"/>
            <a:t>29 Nov.</a:t>
          </a:r>
        </a:p>
      </dsp:txBody>
      <dsp:txXfrm>
        <a:off x="168922" y="2563430"/>
        <a:ext cx="1347267" cy="539418"/>
      </dsp:txXfrm>
    </dsp:sp>
    <dsp:sp modelId="{522D4EC4-514D-4F61-A5FD-8029A30823E2}">
      <dsp:nvSpPr>
        <dsp:cNvPr id="0" name=""/>
        <dsp:cNvSpPr/>
      </dsp:nvSpPr>
      <dsp:spPr>
        <a:xfrm>
          <a:off x="0" y="2291334"/>
          <a:ext cx="4211240" cy="190944"/>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45135D7-69BB-4663-90C3-B2CB9BD33B41}">
      <dsp:nvSpPr>
        <dsp:cNvPr id="0" name=""/>
        <dsp:cNvSpPr/>
      </dsp:nvSpPr>
      <dsp:spPr>
        <a:xfrm>
          <a:off x="101559" y="772281"/>
          <a:ext cx="1481994" cy="707538"/>
        </a:xfrm>
        <a:prstGeom prst="rect">
          <a:avLst/>
        </a:prstGeom>
        <a:solidFill>
          <a:schemeClr val="accent1">
            <a:alpha val="90000"/>
            <a:tint val="40000"/>
            <a:hueOff val="0"/>
            <a:satOff val="0"/>
            <a:lumOff val="0"/>
            <a:alphaOff val="0"/>
          </a:schemeClr>
        </a:solidFill>
        <a:ln w="19050"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2875" tIns="142875" rIns="142875" bIns="142875" numCol="1" spcCol="1270" anchor="ctr" anchorCtr="0">
          <a:noAutofit/>
        </a:bodyPr>
        <a:lstStyle/>
        <a:p>
          <a:pPr marL="0" lvl="0" indent="0" algn="l" defTabSz="666750">
            <a:lnSpc>
              <a:spcPct val="90000"/>
            </a:lnSpc>
            <a:spcBef>
              <a:spcPct val="0"/>
            </a:spcBef>
            <a:spcAft>
              <a:spcPct val="35000"/>
            </a:spcAft>
            <a:buNone/>
          </a:pPr>
          <a:r>
            <a:rPr lang="en-US" sz="1500" kern="1200"/>
            <a:t>Setup &amp; login</a:t>
          </a:r>
        </a:p>
      </dsp:txBody>
      <dsp:txXfrm>
        <a:off x="101559" y="772281"/>
        <a:ext cx="1481994" cy="707538"/>
      </dsp:txXfrm>
    </dsp:sp>
    <dsp:sp modelId="{8F40FDFA-EB23-454A-8303-A793D3A928F4}">
      <dsp:nvSpPr>
        <dsp:cNvPr id="0" name=""/>
        <dsp:cNvSpPr/>
      </dsp:nvSpPr>
      <dsp:spPr>
        <a:xfrm>
          <a:off x="842556" y="1479820"/>
          <a:ext cx="0" cy="811514"/>
        </a:xfrm>
        <a:prstGeom prst="line">
          <a:avLst/>
        </a:prstGeom>
        <a:solidFill>
          <a:schemeClr val="accent1">
            <a:hueOff val="0"/>
            <a:satOff val="0"/>
            <a:lumOff val="0"/>
            <a:alphaOff val="0"/>
          </a:schemeClr>
        </a:solidFill>
        <a:ln w="6350" cap="rnd" cmpd="sng" algn="ctr">
          <a:solidFill>
            <a:schemeClr val="accent1">
              <a:hueOff val="0"/>
              <a:satOff val="0"/>
              <a:lumOff val="0"/>
              <a:alphaOff val="0"/>
            </a:schemeClr>
          </a:solidFill>
          <a:prstDash val="dash"/>
        </a:ln>
        <a:effectLst/>
      </dsp:spPr>
      <dsp:style>
        <a:lnRef idx="2">
          <a:scrgbClr r="0" g="0" b="0"/>
        </a:lnRef>
        <a:fillRef idx="1">
          <a:scrgbClr r="0" g="0" b="0"/>
        </a:fillRef>
        <a:effectRef idx="0">
          <a:scrgbClr r="0" g="0" b="0"/>
        </a:effectRef>
        <a:fontRef idx="minor">
          <a:schemeClr val="lt1"/>
        </a:fontRef>
      </dsp:style>
    </dsp:sp>
    <dsp:sp modelId="{E8D58556-1762-4294-86CB-F96839CDFAD2}">
      <dsp:nvSpPr>
        <dsp:cNvPr id="0" name=""/>
        <dsp:cNvSpPr/>
      </dsp:nvSpPr>
      <dsp:spPr>
        <a:xfrm>
          <a:off x="1010964" y="1670764"/>
          <a:ext cx="1347267" cy="5394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889000">
            <a:lnSpc>
              <a:spcPct val="90000"/>
            </a:lnSpc>
            <a:spcBef>
              <a:spcPct val="0"/>
            </a:spcBef>
            <a:spcAft>
              <a:spcPct val="35000"/>
            </a:spcAft>
            <a:buNone/>
            <a:defRPr b="1"/>
          </a:pPr>
          <a:r>
            <a:rPr lang="en-US" sz="2000" kern="1200"/>
            <a:t>4 Dec.</a:t>
          </a:r>
        </a:p>
      </dsp:txBody>
      <dsp:txXfrm>
        <a:off x="1010964" y="1670764"/>
        <a:ext cx="1347267" cy="539418"/>
      </dsp:txXfrm>
    </dsp:sp>
    <dsp:sp modelId="{5AEE9F04-0E15-4A0D-BBFC-DA135E78E61B}">
      <dsp:nvSpPr>
        <dsp:cNvPr id="0" name=""/>
        <dsp:cNvSpPr/>
      </dsp:nvSpPr>
      <dsp:spPr>
        <a:xfrm>
          <a:off x="943601" y="3293792"/>
          <a:ext cx="1481994" cy="936448"/>
        </a:xfrm>
        <a:prstGeom prst="rect">
          <a:avLst/>
        </a:prstGeom>
        <a:solidFill>
          <a:schemeClr val="accent1">
            <a:alpha val="90000"/>
            <a:tint val="40000"/>
            <a:hueOff val="0"/>
            <a:satOff val="0"/>
            <a:lumOff val="0"/>
            <a:alphaOff val="0"/>
          </a:schemeClr>
        </a:solidFill>
        <a:ln w="19050"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2875" tIns="142875" rIns="142875" bIns="142875" numCol="1" spcCol="1270" anchor="ctr" anchorCtr="0">
          <a:noAutofit/>
        </a:bodyPr>
        <a:lstStyle/>
        <a:p>
          <a:pPr marL="0" lvl="0" indent="0" algn="l" defTabSz="666750">
            <a:lnSpc>
              <a:spcPct val="90000"/>
            </a:lnSpc>
            <a:spcBef>
              <a:spcPct val="0"/>
            </a:spcBef>
            <a:spcAft>
              <a:spcPct val="35000"/>
            </a:spcAft>
            <a:buNone/>
          </a:pPr>
          <a:r>
            <a:rPr lang="en-US" sz="1500" kern="1200"/>
            <a:t>CRUD + pages complete</a:t>
          </a:r>
        </a:p>
      </dsp:txBody>
      <dsp:txXfrm>
        <a:off x="943601" y="3293792"/>
        <a:ext cx="1481994" cy="936448"/>
      </dsp:txXfrm>
    </dsp:sp>
    <dsp:sp modelId="{C0A556D3-E3AA-47AC-A75C-74515323BAEC}">
      <dsp:nvSpPr>
        <dsp:cNvPr id="0" name=""/>
        <dsp:cNvSpPr/>
      </dsp:nvSpPr>
      <dsp:spPr>
        <a:xfrm>
          <a:off x="1684598" y="2482278"/>
          <a:ext cx="0" cy="811514"/>
        </a:xfrm>
        <a:prstGeom prst="line">
          <a:avLst/>
        </a:prstGeom>
        <a:solidFill>
          <a:schemeClr val="accent1">
            <a:hueOff val="0"/>
            <a:satOff val="0"/>
            <a:lumOff val="0"/>
            <a:alphaOff val="0"/>
          </a:schemeClr>
        </a:solidFill>
        <a:ln w="6350" cap="rnd" cmpd="sng" algn="ctr">
          <a:solidFill>
            <a:schemeClr val="accent1">
              <a:hueOff val="0"/>
              <a:satOff val="0"/>
              <a:lumOff val="0"/>
              <a:alphaOff val="0"/>
            </a:schemeClr>
          </a:solidFill>
          <a:prstDash val="dash"/>
        </a:ln>
        <a:effectLst/>
      </dsp:spPr>
      <dsp:style>
        <a:lnRef idx="2">
          <a:scrgbClr r="0" g="0" b="0"/>
        </a:lnRef>
        <a:fillRef idx="1">
          <a:scrgbClr r="0" g="0" b="0"/>
        </a:fillRef>
        <a:effectRef idx="0">
          <a:scrgbClr r="0" g="0" b="0"/>
        </a:effectRef>
        <a:fontRef idx="minor">
          <a:schemeClr val="lt1"/>
        </a:fontRef>
      </dsp:style>
    </dsp:sp>
    <dsp:sp modelId="{3E759424-6BBD-400E-8BC4-637CD3A07E5A}">
      <dsp:nvSpPr>
        <dsp:cNvPr id="0" name=""/>
        <dsp:cNvSpPr/>
      </dsp:nvSpPr>
      <dsp:spPr>
        <a:xfrm>
          <a:off x="782886" y="2327136"/>
          <a:ext cx="119340" cy="119340"/>
        </a:xfrm>
        <a:prstGeom prst="ellipse">
          <a:avLst/>
        </a:prstGeom>
        <a:solidFill>
          <a:schemeClr val="lt1">
            <a:alpha val="90000"/>
            <a:hueOff val="0"/>
            <a:satOff val="0"/>
            <a:lumOff val="0"/>
            <a:alphaOff val="0"/>
          </a:schemeClr>
        </a:solidFill>
        <a:ln w="19050" cap="rnd" cmpd="sng" algn="ctr">
          <a:noFill/>
          <a:prstDash val="solid"/>
        </a:ln>
        <a:effectLst/>
      </dsp:spPr>
      <dsp:style>
        <a:lnRef idx="2">
          <a:scrgbClr r="0" g="0" b="0"/>
        </a:lnRef>
        <a:fillRef idx="1">
          <a:scrgbClr r="0" g="0" b="0"/>
        </a:fillRef>
        <a:effectRef idx="0">
          <a:scrgbClr r="0" g="0" b="0"/>
        </a:effectRef>
        <a:fontRef idx="minor"/>
      </dsp:style>
    </dsp:sp>
    <dsp:sp modelId="{7200CFD1-2AD4-49D9-9A87-B685825A005A}">
      <dsp:nvSpPr>
        <dsp:cNvPr id="0" name=""/>
        <dsp:cNvSpPr/>
      </dsp:nvSpPr>
      <dsp:spPr>
        <a:xfrm>
          <a:off x="1624928" y="2327136"/>
          <a:ext cx="119340" cy="119340"/>
        </a:xfrm>
        <a:prstGeom prst="ellipse">
          <a:avLst/>
        </a:prstGeom>
        <a:solidFill>
          <a:schemeClr val="lt1">
            <a:alpha val="90000"/>
            <a:hueOff val="0"/>
            <a:satOff val="0"/>
            <a:lumOff val="0"/>
            <a:alphaOff val="0"/>
          </a:schemeClr>
        </a:solidFill>
        <a:ln w="19050" cap="rnd" cmpd="sng" algn="ctr">
          <a:noFill/>
          <a:prstDash val="solid"/>
        </a:ln>
        <a:effectLst/>
      </dsp:spPr>
      <dsp:style>
        <a:lnRef idx="2">
          <a:scrgbClr r="0" g="0" b="0"/>
        </a:lnRef>
        <a:fillRef idx="1">
          <a:scrgbClr r="0" g="0" b="0"/>
        </a:fillRef>
        <a:effectRef idx="0">
          <a:scrgbClr r="0" g="0" b="0"/>
        </a:effectRef>
        <a:fontRef idx="minor"/>
      </dsp:style>
    </dsp:sp>
    <dsp:sp modelId="{847F8948-3F8C-40EC-BDEE-90D8BEE0DAE3}">
      <dsp:nvSpPr>
        <dsp:cNvPr id="0" name=""/>
        <dsp:cNvSpPr/>
      </dsp:nvSpPr>
      <dsp:spPr>
        <a:xfrm>
          <a:off x="1853007" y="2563430"/>
          <a:ext cx="1347267" cy="5394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889000">
            <a:lnSpc>
              <a:spcPct val="90000"/>
            </a:lnSpc>
            <a:spcBef>
              <a:spcPct val="0"/>
            </a:spcBef>
            <a:spcAft>
              <a:spcPct val="35000"/>
            </a:spcAft>
            <a:buNone/>
            <a:defRPr b="1"/>
          </a:pPr>
          <a:r>
            <a:rPr lang="en-US" sz="2000" kern="1200"/>
            <a:t>9 Dec.</a:t>
          </a:r>
        </a:p>
      </dsp:txBody>
      <dsp:txXfrm>
        <a:off x="1853007" y="2563430"/>
        <a:ext cx="1347267" cy="539418"/>
      </dsp:txXfrm>
    </dsp:sp>
    <dsp:sp modelId="{808DE705-DB11-43AC-8146-97DE19E754E8}">
      <dsp:nvSpPr>
        <dsp:cNvPr id="0" name=""/>
        <dsp:cNvSpPr/>
      </dsp:nvSpPr>
      <dsp:spPr>
        <a:xfrm>
          <a:off x="1785643" y="772281"/>
          <a:ext cx="1481994" cy="707538"/>
        </a:xfrm>
        <a:prstGeom prst="rect">
          <a:avLst/>
        </a:prstGeom>
        <a:solidFill>
          <a:schemeClr val="accent1">
            <a:alpha val="90000"/>
            <a:tint val="40000"/>
            <a:hueOff val="0"/>
            <a:satOff val="0"/>
            <a:lumOff val="0"/>
            <a:alphaOff val="0"/>
          </a:schemeClr>
        </a:solidFill>
        <a:ln w="19050"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2875" tIns="142875" rIns="142875" bIns="142875" numCol="1" spcCol="1270" anchor="ctr" anchorCtr="0">
          <a:noAutofit/>
        </a:bodyPr>
        <a:lstStyle/>
        <a:p>
          <a:pPr marL="0" lvl="0" indent="0" algn="l" defTabSz="666750">
            <a:lnSpc>
              <a:spcPct val="90000"/>
            </a:lnSpc>
            <a:spcBef>
              <a:spcPct val="0"/>
            </a:spcBef>
            <a:spcAft>
              <a:spcPct val="35000"/>
            </a:spcAft>
            <a:buNone/>
          </a:pPr>
          <a:r>
            <a:rPr lang="en-US" sz="1500" kern="1200"/>
            <a:t>Graphs + summary</a:t>
          </a:r>
        </a:p>
      </dsp:txBody>
      <dsp:txXfrm>
        <a:off x="1785643" y="772281"/>
        <a:ext cx="1481994" cy="707538"/>
      </dsp:txXfrm>
    </dsp:sp>
    <dsp:sp modelId="{E2F531FE-4C3E-4554-A7C3-4FC3D437FC4C}">
      <dsp:nvSpPr>
        <dsp:cNvPr id="0" name=""/>
        <dsp:cNvSpPr/>
      </dsp:nvSpPr>
      <dsp:spPr>
        <a:xfrm>
          <a:off x="2526641" y="1479820"/>
          <a:ext cx="0" cy="811514"/>
        </a:xfrm>
        <a:prstGeom prst="line">
          <a:avLst/>
        </a:prstGeom>
        <a:solidFill>
          <a:schemeClr val="accent1">
            <a:hueOff val="0"/>
            <a:satOff val="0"/>
            <a:lumOff val="0"/>
            <a:alphaOff val="0"/>
          </a:schemeClr>
        </a:solidFill>
        <a:ln w="6350" cap="rnd" cmpd="sng" algn="ctr">
          <a:solidFill>
            <a:schemeClr val="accent1">
              <a:hueOff val="0"/>
              <a:satOff val="0"/>
              <a:lumOff val="0"/>
              <a:alphaOff val="0"/>
            </a:schemeClr>
          </a:solidFill>
          <a:prstDash val="dash"/>
        </a:ln>
        <a:effectLst/>
      </dsp:spPr>
      <dsp:style>
        <a:lnRef idx="2">
          <a:scrgbClr r="0" g="0" b="0"/>
        </a:lnRef>
        <a:fillRef idx="1">
          <a:scrgbClr r="0" g="0" b="0"/>
        </a:fillRef>
        <a:effectRef idx="0">
          <a:scrgbClr r="0" g="0" b="0"/>
        </a:effectRef>
        <a:fontRef idx="minor">
          <a:schemeClr val="lt1"/>
        </a:fontRef>
      </dsp:style>
    </dsp:sp>
    <dsp:sp modelId="{9553AE3A-BD61-4C5E-AE5B-6E02BE326644}">
      <dsp:nvSpPr>
        <dsp:cNvPr id="0" name=""/>
        <dsp:cNvSpPr/>
      </dsp:nvSpPr>
      <dsp:spPr>
        <a:xfrm>
          <a:off x="2695049" y="1670764"/>
          <a:ext cx="1347267" cy="5394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889000">
            <a:lnSpc>
              <a:spcPct val="90000"/>
            </a:lnSpc>
            <a:spcBef>
              <a:spcPct val="0"/>
            </a:spcBef>
            <a:spcAft>
              <a:spcPct val="35000"/>
            </a:spcAft>
            <a:buNone/>
            <a:defRPr b="1"/>
          </a:pPr>
          <a:r>
            <a:rPr lang="en-US" sz="2000" kern="1200"/>
            <a:t>11 Dec.</a:t>
          </a:r>
        </a:p>
      </dsp:txBody>
      <dsp:txXfrm>
        <a:off x="2695049" y="1670764"/>
        <a:ext cx="1347267" cy="539418"/>
      </dsp:txXfrm>
    </dsp:sp>
    <dsp:sp modelId="{3C96354A-F208-47AD-B3CC-7B1C3292ABAF}">
      <dsp:nvSpPr>
        <dsp:cNvPr id="0" name=""/>
        <dsp:cNvSpPr/>
      </dsp:nvSpPr>
      <dsp:spPr>
        <a:xfrm>
          <a:off x="2627686" y="3293792"/>
          <a:ext cx="1481994" cy="707538"/>
        </a:xfrm>
        <a:prstGeom prst="rect">
          <a:avLst/>
        </a:prstGeom>
        <a:solidFill>
          <a:schemeClr val="accent1">
            <a:alpha val="90000"/>
            <a:tint val="40000"/>
            <a:hueOff val="0"/>
            <a:satOff val="0"/>
            <a:lumOff val="0"/>
            <a:alphaOff val="0"/>
          </a:schemeClr>
        </a:solidFill>
        <a:ln w="19050"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2875" tIns="142875" rIns="142875" bIns="142875" numCol="1" spcCol="1270" anchor="ctr" anchorCtr="0">
          <a:noAutofit/>
        </a:bodyPr>
        <a:lstStyle/>
        <a:p>
          <a:pPr marL="0" lvl="0" indent="0" algn="l" defTabSz="666750">
            <a:lnSpc>
              <a:spcPct val="90000"/>
            </a:lnSpc>
            <a:spcBef>
              <a:spcPct val="0"/>
            </a:spcBef>
            <a:spcAft>
              <a:spcPct val="35000"/>
            </a:spcAft>
            <a:buNone/>
          </a:pPr>
          <a:r>
            <a:rPr lang="en-US" sz="1500" kern="1200"/>
            <a:t>Final submission</a:t>
          </a:r>
        </a:p>
      </dsp:txBody>
      <dsp:txXfrm>
        <a:off x="2627686" y="3293792"/>
        <a:ext cx="1481994" cy="707538"/>
      </dsp:txXfrm>
    </dsp:sp>
    <dsp:sp modelId="{3602896A-1C86-4F34-B652-848875D07FC2}">
      <dsp:nvSpPr>
        <dsp:cNvPr id="0" name=""/>
        <dsp:cNvSpPr/>
      </dsp:nvSpPr>
      <dsp:spPr>
        <a:xfrm>
          <a:off x="3368683" y="2482278"/>
          <a:ext cx="0" cy="811514"/>
        </a:xfrm>
        <a:prstGeom prst="line">
          <a:avLst/>
        </a:prstGeom>
        <a:solidFill>
          <a:schemeClr val="accent1">
            <a:hueOff val="0"/>
            <a:satOff val="0"/>
            <a:lumOff val="0"/>
            <a:alphaOff val="0"/>
          </a:schemeClr>
        </a:solidFill>
        <a:ln w="6350" cap="rnd" cmpd="sng" algn="ctr">
          <a:solidFill>
            <a:schemeClr val="accent1">
              <a:hueOff val="0"/>
              <a:satOff val="0"/>
              <a:lumOff val="0"/>
              <a:alphaOff val="0"/>
            </a:schemeClr>
          </a:solidFill>
          <a:prstDash val="dash"/>
        </a:ln>
        <a:effectLst/>
      </dsp:spPr>
      <dsp:style>
        <a:lnRef idx="2">
          <a:scrgbClr r="0" g="0" b="0"/>
        </a:lnRef>
        <a:fillRef idx="1">
          <a:scrgbClr r="0" g="0" b="0"/>
        </a:fillRef>
        <a:effectRef idx="0">
          <a:scrgbClr r="0" g="0" b="0"/>
        </a:effectRef>
        <a:fontRef idx="minor">
          <a:schemeClr val="lt1"/>
        </a:fontRef>
      </dsp:style>
    </dsp:sp>
    <dsp:sp modelId="{0CD3CD18-2F6A-457B-AA6A-A257B5E2BAA5}">
      <dsp:nvSpPr>
        <dsp:cNvPr id="0" name=""/>
        <dsp:cNvSpPr/>
      </dsp:nvSpPr>
      <dsp:spPr>
        <a:xfrm>
          <a:off x="2466971" y="2327136"/>
          <a:ext cx="119340" cy="119340"/>
        </a:xfrm>
        <a:prstGeom prst="ellipse">
          <a:avLst/>
        </a:prstGeom>
        <a:solidFill>
          <a:schemeClr val="lt1">
            <a:alpha val="90000"/>
            <a:hueOff val="0"/>
            <a:satOff val="0"/>
            <a:lumOff val="0"/>
            <a:alphaOff val="0"/>
          </a:schemeClr>
        </a:solidFill>
        <a:ln w="19050" cap="rnd" cmpd="sng" algn="ctr">
          <a:noFill/>
          <a:prstDash val="solid"/>
        </a:ln>
        <a:effectLst/>
      </dsp:spPr>
      <dsp:style>
        <a:lnRef idx="2">
          <a:scrgbClr r="0" g="0" b="0"/>
        </a:lnRef>
        <a:fillRef idx="1">
          <a:scrgbClr r="0" g="0" b="0"/>
        </a:fillRef>
        <a:effectRef idx="0">
          <a:scrgbClr r="0" g="0" b="0"/>
        </a:effectRef>
        <a:fontRef idx="minor"/>
      </dsp:style>
    </dsp:sp>
    <dsp:sp modelId="{DCF9F4DC-D4D8-4C8C-8295-B732E93E0689}">
      <dsp:nvSpPr>
        <dsp:cNvPr id="0" name=""/>
        <dsp:cNvSpPr/>
      </dsp:nvSpPr>
      <dsp:spPr>
        <a:xfrm>
          <a:off x="3309013" y="2327136"/>
          <a:ext cx="119340" cy="119340"/>
        </a:xfrm>
        <a:prstGeom prst="ellipse">
          <a:avLst/>
        </a:prstGeom>
        <a:solidFill>
          <a:schemeClr val="lt1">
            <a:alpha val="90000"/>
            <a:hueOff val="0"/>
            <a:satOff val="0"/>
            <a:lumOff val="0"/>
            <a:alphaOff val="0"/>
          </a:schemeClr>
        </a:solidFill>
        <a:ln w="19050" cap="rnd" cmpd="sng" algn="ctr">
          <a:noFill/>
          <a:prstDash val="solid"/>
        </a:ln>
        <a:effectLst/>
      </dsp:spPr>
      <dsp:style>
        <a:lnRef idx="2">
          <a:scrgbClr r="0" g="0" b="0"/>
        </a:lnRef>
        <a:fillRef idx="1">
          <a:scrgbClr r="0" g="0" b="0"/>
        </a:fillRef>
        <a:effectRef idx="0">
          <a:scrgbClr r="0" g="0" b="0"/>
        </a:effectRef>
        <a:fontRef idx="minor"/>
      </dsp:style>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FCA84C5-1C29-4762-B683-E0CF0D14D1FA}">
      <dsp:nvSpPr>
        <dsp:cNvPr id="0" name=""/>
        <dsp:cNvSpPr/>
      </dsp:nvSpPr>
      <dsp:spPr>
        <a:xfrm>
          <a:off x="1404239" y="58408"/>
          <a:ext cx="710001" cy="710001"/>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BBE300C-0E35-4604-A286-94C4F6834F74}">
      <dsp:nvSpPr>
        <dsp:cNvPr id="0" name=""/>
        <dsp:cNvSpPr/>
      </dsp:nvSpPr>
      <dsp:spPr>
        <a:xfrm>
          <a:off x="1553339" y="207509"/>
          <a:ext cx="411801" cy="41180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2934AA06-A39B-4517-ABC7-823B625BC7F8}">
      <dsp:nvSpPr>
        <dsp:cNvPr id="0" name=""/>
        <dsp:cNvSpPr/>
      </dsp:nvSpPr>
      <dsp:spPr>
        <a:xfrm>
          <a:off x="2266384" y="58408"/>
          <a:ext cx="1673575" cy="7100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66750">
            <a:lnSpc>
              <a:spcPct val="100000"/>
            </a:lnSpc>
            <a:spcBef>
              <a:spcPct val="0"/>
            </a:spcBef>
            <a:spcAft>
              <a:spcPct val="35000"/>
            </a:spcAft>
            <a:buNone/>
          </a:pPr>
          <a:r>
            <a:rPr lang="en-US" sz="1500" kern="1200"/>
            <a:t>Project meets all MERN requirements:</a:t>
          </a:r>
        </a:p>
      </dsp:txBody>
      <dsp:txXfrm>
        <a:off x="2266384" y="58408"/>
        <a:ext cx="1673575" cy="710001"/>
      </dsp:txXfrm>
    </dsp:sp>
    <dsp:sp modelId="{9A2FDFBA-57BF-4B35-A1FF-7E2F7BAD8C92}">
      <dsp:nvSpPr>
        <dsp:cNvPr id="0" name=""/>
        <dsp:cNvSpPr/>
      </dsp:nvSpPr>
      <dsp:spPr>
        <a:xfrm>
          <a:off x="4231567" y="58408"/>
          <a:ext cx="710001" cy="710001"/>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98D87B1-684B-4EC2-A914-F5CACD7CF3C7}">
      <dsp:nvSpPr>
        <dsp:cNvPr id="0" name=""/>
        <dsp:cNvSpPr/>
      </dsp:nvSpPr>
      <dsp:spPr>
        <a:xfrm>
          <a:off x="4380668" y="207509"/>
          <a:ext cx="411801" cy="41180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D2FE6C92-2B07-45B1-A941-352D472306EF}">
      <dsp:nvSpPr>
        <dsp:cNvPr id="0" name=""/>
        <dsp:cNvSpPr/>
      </dsp:nvSpPr>
      <dsp:spPr>
        <a:xfrm>
          <a:off x="5093712" y="58408"/>
          <a:ext cx="1673575" cy="7100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66750">
            <a:lnSpc>
              <a:spcPct val="100000"/>
            </a:lnSpc>
            <a:spcBef>
              <a:spcPct val="0"/>
            </a:spcBef>
            <a:spcAft>
              <a:spcPct val="35000"/>
            </a:spcAft>
            <a:buNone/>
          </a:pPr>
          <a:r>
            <a:rPr lang="en-US" sz="1500" kern="1200"/>
            <a:t>• CRUD</a:t>
          </a:r>
        </a:p>
      </dsp:txBody>
      <dsp:txXfrm>
        <a:off x="5093712" y="58408"/>
        <a:ext cx="1673575" cy="710001"/>
      </dsp:txXfrm>
    </dsp:sp>
    <dsp:sp modelId="{ABD8CDFE-2CEE-411C-AB6E-A9A1899F3A88}">
      <dsp:nvSpPr>
        <dsp:cNvPr id="0" name=""/>
        <dsp:cNvSpPr/>
      </dsp:nvSpPr>
      <dsp:spPr>
        <a:xfrm>
          <a:off x="1404239" y="1347137"/>
          <a:ext cx="710001" cy="710001"/>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A4E848D-8D3D-4BFF-8E84-CF9DDB1B7FA1}">
      <dsp:nvSpPr>
        <dsp:cNvPr id="0" name=""/>
        <dsp:cNvSpPr/>
      </dsp:nvSpPr>
      <dsp:spPr>
        <a:xfrm>
          <a:off x="1553339" y="1496237"/>
          <a:ext cx="411801" cy="41180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0F6BF7C3-3EB8-47DC-966B-FCA7041E6A86}">
      <dsp:nvSpPr>
        <dsp:cNvPr id="0" name=""/>
        <dsp:cNvSpPr/>
      </dsp:nvSpPr>
      <dsp:spPr>
        <a:xfrm>
          <a:off x="2266384" y="1347137"/>
          <a:ext cx="1673575" cy="7100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66750">
            <a:lnSpc>
              <a:spcPct val="100000"/>
            </a:lnSpc>
            <a:spcBef>
              <a:spcPct val="0"/>
            </a:spcBef>
            <a:spcAft>
              <a:spcPct val="35000"/>
            </a:spcAft>
            <a:buNone/>
          </a:pPr>
          <a:r>
            <a:rPr lang="en-US" sz="1500" kern="1200"/>
            <a:t>• Routing</a:t>
          </a:r>
        </a:p>
      </dsp:txBody>
      <dsp:txXfrm>
        <a:off x="2266384" y="1347137"/>
        <a:ext cx="1673575" cy="710001"/>
      </dsp:txXfrm>
    </dsp:sp>
    <dsp:sp modelId="{FB5C4ABA-3C09-4406-83A9-2344B711C70C}">
      <dsp:nvSpPr>
        <dsp:cNvPr id="0" name=""/>
        <dsp:cNvSpPr/>
      </dsp:nvSpPr>
      <dsp:spPr>
        <a:xfrm>
          <a:off x="4231567" y="1347137"/>
          <a:ext cx="710001" cy="710001"/>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AB2660A-D400-411A-8D05-A7466F7B8586}">
      <dsp:nvSpPr>
        <dsp:cNvPr id="0" name=""/>
        <dsp:cNvSpPr/>
      </dsp:nvSpPr>
      <dsp:spPr>
        <a:xfrm>
          <a:off x="4380668" y="1496237"/>
          <a:ext cx="411801" cy="411801"/>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5E160423-5424-4BC5-B92F-1A0A12CBBA70}">
      <dsp:nvSpPr>
        <dsp:cNvPr id="0" name=""/>
        <dsp:cNvSpPr/>
      </dsp:nvSpPr>
      <dsp:spPr>
        <a:xfrm>
          <a:off x="5093712" y="1347137"/>
          <a:ext cx="1673575" cy="7100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66750">
            <a:lnSpc>
              <a:spcPct val="100000"/>
            </a:lnSpc>
            <a:spcBef>
              <a:spcPct val="0"/>
            </a:spcBef>
            <a:spcAft>
              <a:spcPct val="35000"/>
            </a:spcAft>
            <a:buNone/>
          </a:pPr>
          <a:r>
            <a:rPr lang="en-US" sz="1500" kern="1200"/>
            <a:t>• DB integration</a:t>
          </a:r>
        </a:p>
      </dsp:txBody>
      <dsp:txXfrm>
        <a:off x="5093712" y="1347137"/>
        <a:ext cx="1673575" cy="710001"/>
      </dsp:txXfrm>
    </dsp:sp>
    <dsp:sp modelId="{5A6D424F-E84C-4A21-ADCD-02408A9D14E7}">
      <dsp:nvSpPr>
        <dsp:cNvPr id="0" name=""/>
        <dsp:cNvSpPr/>
      </dsp:nvSpPr>
      <dsp:spPr>
        <a:xfrm>
          <a:off x="1404239" y="2635866"/>
          <a:ext cx="710001" cy="710001"/>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D7D5D64-CA7D-44AA-8B43-059722A9E26C}">
      <dsp:nvSpPr>
        <dsp:cNvPr id="0" name=""/>
        <dsp:cNvSpPr/>
      </dsp:nvSpPr>
      <dsp:spPr>
        <a:xfrm>
          <a:off x="1553339" y="2784966"/>
          <a:ext cx="411801" cy="411801"/>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18687283-1B87-40CA-B613-43F93656D2EE}">
      <dsp:nvSpPr>
        <dsp:cNvPr id="0" name=""/>
        <dsp:cNvSpPr/>
      </dsp:nvSpPr>
      <dsp:spPr>
        <a:xfrm>
          <a:off x="2266384" y="2635866"/>
          <a:ext cx="1673575" cy="7100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66750">
            <a:lnSpc>
              <a:spcPct val="100000"/>
            </a:lnSpc>
            <a:spcBef>
              <a:spcPct val="0"/>
            </a:spcBef>
            <a:spcAft>
              <a:spcPct val="35000"/>
            </a:spcAft>
            <a:buNone/>
          </a:pPr>
          <a:r>
            <a:rPr lang="en-US" sz="1500" kern="1200"/>
            <a:t>• Graphs &amp; summaries</a:t>
          </a:r>
        </a:p>
      </dsp:txBody>
      <dsp:txXfrm>
        <a:off x="2266384" y="2635866"/>
        <a:ext cx="1673575" cy="710001"/>
      </dsp:txXfrm>
    </dsp:sp>
    <dsp:sp modelId="{9185E87A-1637-4896-82BD-4E71E1EEDF0C}">
      <dsp:nvSpPr>
        <dsp:cNvPr id="0" name=""/>
        <dsp:cNvSpPr/>
      </dsp:nvSpPr>
      <dsp:spPr>
        <a:xfrm>
          <a:off x="4231567" y="2635866"/>
          <a:ext cx="710001" cy="710001"/>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A34032A-6E2B-4DB7-B4B3-9F65E997FF62}">
      <dsp:nvSpPr>
        <dsp:cNvPr id="0" name=""/>
        <dsp:cNvSpPr/>
      </dsp:nvSpPr>
      <dsp:spPr>
        <a:xfrm>
          <a:off x="4380668" y="2784966"/>
          <a:ext cx="411801" cy="411801"/>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5F333788-9257-45A0-ACBE-123EF9609288}">
      <dsp:nvSpPr>
        <dsp:cNvPr id="0" name=""/>
        <dsp:cNvSpPr/>
      </dsp:nvSpPr>
      <dsp:spPr>
        <a:xfrm>
          <a:off x="5093712" y="2635866"/>
          <a:ext cx="1673575" cy="7100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66750">
            <a:lnSpc>
              <a:spcPct val="100000"/>
            </a:lnSpc>
            <a:spcBef>
              <a:spcPct val="0"/>
            </a:spcBef>
            <a:spcAft>
              <a:spcPct val="35000"/>
            </a:spcAft>
            <a:buNone/>
          </a:pPr>
          <a:r>
            <a:rPr lang="en-US" sz="1500" kern="1200"/>
            <a:t>• Team collaboration</a:t>
          </a:r>
        </a:p>
      </dsp:txBody>
      <dsp:txXfrm>
        <a:off x="5093712" y="2635866"/>
        <a:ext cx="1673575" cy="710001"/>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cycle3">
  <dgm:title val=""/>
  <dgm:desc val=""/>
  <dgm:catLst>
    <dgm:cat type="cycle" pri="5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axis="ch" ptType="node" func="cnt" op="equ" val="2">
        <dgm:alg type="composite">
          <dgm:param type="ar" val="0.9"/>
        </dgm:alg>
        <dgm:shape xmlns:r="http://schemas.openxmlformats.org/officeDocument/2006/relationships" r:blip="">
          <dgm:adjLst/>
        </dgm:shape>
        <dgm:presOf/>
        <dgm:constrLst>
          <dgm:constr type="primFontSz" for="ch" ptType="node" op="equ" val="65"/>
          <dgm:constr type="ctrX" for="ch" forName="node1" refType="w" fact="0.5"/>
          <dgm:constr type="t" for="ch" forName="node1"/>
          <dgm:constr type="w" for="ch" forName="node1" refType="w" fact="0.8"/>
          <dgm:constr type="h" for="ch" forName="node1" refType="w" refFor="ch" refForName="node1" fact="0.5"/>
          <dgm:constr type="ctrX" for="ch" forName="sibTrans" refType="w" fact="0.5"/>
          <dgm:constr type="t" for="ch" forName="sibTrans"/>
          <dgm:constr type="w" for="ch" forName="sibTrans" refType="w" fact="0.8"/>
          <dgm:constr type="h" for="ch" forName="sibTrans" refType="w" refFor="ch" refForName="node1" fact="0.5"/>
          <dgm:constr type="userA" for="ch" forName="sibTrans" refType="w" fact="1.07"/>
          <dgm:constr type="ctrX" for="ch" forName="node2" refType="w" fact="0.5"/>
          <dgm:constr type="b" for="ch" forName="node2" refType="h"/>
          <dgm:constr type="w" for="ch" forName="node2" refType="w" fact="0.8"/>
          <dgm:constr type="h" for="ch" forName="node2" refType="w" refFor="ch" refForName="node1" fact="0.5"/>
          <dgm:constr type="l" for="ch" forName="sp1"/>
          <dgm:constr type="t" for="ch" forName="sp1" refType="h" fact="0.5"/>
          <dgm:constr type="w" for="ch" forName="sp1" val="1"/>
          <dgm:constr type="h" for="ch" forName="sp1" val="1"/>
          <dgm:constr type="r" for="ch" forName="sp2" refType="w"/>
          <dgm:constr type="t" for="ch" forName="sp2" refType="h" fact="0.5"/>
          <dgm:constr type="w" for="ch" forName="sp2" val="1"/>
          <dgm:constr type="h" for="ch" forName="sp2" val="1"/>
        </dgm:constrLst>
        <dgm:ruleLst/>
      </dgm:if>
      <dgm:else name="Name3">
        <dgm:alg type="composite"/>
        <dgm:shape xmlns:r="http://schemas.openxmlformats.org/officeDocument/2006/relationships" r:blip="">
          <dgm:adjLst/>
        </dgm:shape>
        <dgm:presOf/>
        <dgm:constrLst>
          <dgm:constr type="primFontSz" for="ch" ptType="node" op="equ" val="65"/>
        </dgm:constrLst>
        <dgm:ruleLst/>
      </dgm:else>
    </dgm:choose>
    <dgm:choose name="Name4">
      <dgm:if name="Name5" axis="ch" ptType="node" func="cnt" op="equ" val="2">
        <dgm:layoutNode name="node1">
          <dgm:varLst>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ibTrans" styleLbl="bgShp">
          <dgm:choose name="Name6">
            <dgm:if name="Name7" func="var" arg="dir" op="equ" val="norm">
              <dgm:alg type="conn">
                <dgm:param type="connRout" val="longCurve"/>
                <dgm:param type="begPts" val="midR"/>
                <dgm:param type="endPts" val="midL"/>
                <dgm:param type="dstNode" val="node1"/>
              </dgm:alg>
              <dgm:shape xmlns:r="http://schemas.openxmlformats.org/officeDocument/2006/relationships" type="conn" r:blip="" zOrderOff="-2">
                <dgm:adjLst/>
              </dgm:shape>
              <dgm:presOf axis="ch" ptType="sibTrans"/>
              <dgm:constrLst>
                <dgm:constr type="userA"/>
                <dgm:constr type="diam" refType="userA" fact="-1"/>
                <dgm:constr type="wArH" refType="userA" fact="0.05"/>
                <dgm:constr type="hArH" refType="userA" fact="0.1"/>
                <dgm:constr type="stemThick" refType="userA" fact="0.06"/>
                <dgm:constr type="begPad" refType="connDist" fact="-0.2"/>
                <dgm:constr type="endPad" refType="connDist" fact="0.05"/>
              </dgm:constrLst>
            </dgm:if>
            <dgm:else name="Name8">
              <dgm:alg type="conn">
                <dgm:param type="connRout" val="longCurve"/>
                <dgm:param type="begPts" val="midL"/>
                <dgm:param type="endPts" val="midR"/>
                <dgm:param type="dstNode" val="node1"/>
              </dgm:alg>
              <dgm:shape xmlns:r="http://schemas.openxmlformats.org/officeDocument/2006/relationships" type="conn" r:blip="" zOrderOff="-2">
                <dgm:adjLst/>
              </dgm:shape>
              <dgm:presOf axis="ch" ptType="sibTrans"/>
              <dgm:constrLst>
                <dgm:constr type="userA"/>
                <dgm:constr type="diam" refType="userA"/>
                <dgm:constr type="wArH" refType="userA" fact="0.05"/>
                <dgm:constr type="hArH" refType="userA" fact="0.1"/>
                <dgm:constr type="stemThick" refType="userA" fact="0.06"/>
                <dgm:constr type="begPad" refType="connDist" fact="-0.2"/>
                <dgm:constr type="endPad" refType="connDist" fact="0.05"/>
              </dgm:constrLst>
            </dgm:else>
          </dgm:choose>
          <dgm:ruleLst/>
        </dgm:layoutNode>
        <dgm:layoutNode name="node2">
          <dgm:varLst>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p1">
          <dgm:alg type="sp"/>
          <dgm:shape xmlns:r="http://schemas.openxmlformats.org/officeDocument/2006/relationships" r:blip="">
            <dgm:adjLst/>
          </dgm:shape>
          <dgm:presOf/>
          <dgm:constrLst/>
          <dgm:ruleLst/>
        </dgm:layoutNode>
        <dgm:layoutNode name="sp2">
          <dgm:alg type="sp"/>
          <dgm:shape xmlns:r="http://schemas.openxmlformats.org/officeDocument/2006/relationships" r:blip="">
            <dgm:adjLst/>
          </dgm:shape>
          <dgm:presOf/>
          <dgm:constrLst/>
          <dgm:ruleLst/>
        </dgm:layoutNode>
      </dgm:if>
      <dgm:else name="Name9">
        <dgm:layoutNode name="cycle">
          <dgm:choose name="Name10">
            <dgm:if name="Name11" func="var" arg="dir" op="equ" val="norm">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fact="-1"/>
                <dgm:constr type="wArH" for="ch" ptType="sibTrans" refType="diam" op="equ" fact="0.05"/>
                <dgm:constr type="hArH" for="ch" ptType="sibTrans" refType="diam" op="equ" fact="0.1"/>
                <dgm:constr type="stemThick" for="ch" ptType="sibTrans" refType="diam" op="equ" fact="0.065"/>
                <dgm:constr type="primFontSz" for="ch" ptType="node" op="equ"/>
              </dgm:constrLst>
            </dgm:if>
            <dgm:else name="Name12">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dgm:constr type="wArH" for="ch" ptType="sibTrans" refType="diam" op="equ" fact="0.05"/>
                <dgm:constr type="hArH" for="ch" ptType="sibTrans" refType="diam" op="equ" fact="0.1"/>
                <dgm:constr type="stemThick" for="ch" ptType="sibTrans" refType="diam" op="equ" fact="0.065"/>
                <dgm:constr type="primFontSz" for="ch" ptType="node" op="equ"/>
              </dgm:constrLst>
            </dgm:else>
          </dgm:choose>
          <dgm:ruleLst/>
          <dgm:forEach name="nodesFirstNodeForEach" axis="ch" ptType="node" cnt="1">
            <dgm:layoutNode name="nodeFirstNode">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FirstNode" styleLbl="bgShp">
                <dgm:choose name="Name13">
                  <dgm:if name="Name14" func="var" arg="dir" op="equ" val="norm">
                    <dgm:alg type="conn">
                      <dgm:param type="connRout" val="longCurve"/>
                      <dgm:param type="begPts" val="midR"/>
                      <dgm:param type="endPts" val="midL"/>
                      <dgm:param type="dstNode" val="nodeFirstNode"/>
                    </dgm:alg>
                  </dgm:if>
                  <dgm:else name="Name15">
                    <dgm:alg type="conn">
                      <dgm:param type="connRout" val="longCurve"/>
                      <dgm:param type="begPts" val="midL"/>
                      <dgm:param type="endPts" val="midR"/>
                      <dgm:param type="dstNode" val="nodeFirstNode"/>
                    </dgm:alg>
                  </dgm:else>
                </dgm:choose>
                <dgm:shape xmlns:r="http://schemas.openxmlformats.org/officeDocument/2006/relationships" type="conn" r:blip="" zOrderOff="-2">
                  <dgm:adjLst/>
                </dgm:shape>
                <dgm:presOf axis="self"/>
                <dgm:choose name="Name16">
                  <dgm:if name="Name17" axis="par ch" ptType="doc node" func="cnt" op="equ" val="3">
                    <dgm:constrLst>
                      <dgm:constr type="userA"/>
                      <dgm:constr type="diam" refType="userA" fact="1.01"/>
                      <dgm:constr type="begPad" refType="connDist" fact="-0.2"/>
                      <dgm:constr type="endPad" refType="connDist" fact="0.05"/>
                    </dgm:constrLst>
                  </dgm:if>
                  <dgm:if name="Name18" axis="par ch" ptType="doc node" func="cnt" op="equ" val="4">
                    <dgm:constrLst>
                      <dgm:constr type="userA"/>
                      <dgm:constr type="diam" refType="userA" fact="1.26"/>
                      <dgm:constr type="begPad" refType="connDist" fact="-0.2"/>
                      <dgm:constr type="endPad" refType="connDist" fact="0.05"/>
                    </dgm:constrLst>
                  </dgm:if>
                  <dgm:if name="Name19" axis="par ch" ptType="doc node" func="cnt" op="equ" val="5">
                    <dgm:constrLst>
                      <dgm:constr type="userA"/>
                      <dgm:constr type="diam" refType="userA" fact="1.04"/>
                      <dgm:constr type="begPad" refType="connDist" fact="-0.2"/>
                      <dgm:constr type="endPad" refType="connDist" fact="0.05"/>
                    </dgm:constrLst>
                  </dgm:if>
                  <dgm:if name="Name20" axis="par ch" ptType="doc node" func="cnt" op="equ" val="6">
                    <dgm:constrLst>
                      <dgm:constr type="userA"/>
                      <dgm:constr type="diam" refType="userA" fact="1.1"/>
                      <dgm:constr type="begPad" refType="connDist" fact="-0.2"/>
                      <dgm:constr type="endPad" refType="connDist" fact="0.05"/>
                    </dgm:constrLst>
                  </dgm:if>
                  <dgm:else name="Name21">
                    <dgm:constrLst>
                      <dgm:constr type="userA"/>
                      <dgm:constr type="diam" refType="userA" fact="1.04"/>
                      <dgm:constr type="begPad" refType="connDist" fact="-0.2"/>
                      <dgm:constr type="endPad" refType="connDist" fact="0.05"/>
                    </dgm:constrLst>
                  </dgm:else>
                </dgm:choose>
                <dgm:ruleLst/>
              </dgm:layoutNode>
            </dgm:forEach>
          </dgm:forEach>
          <dgm:forEach name="followingNodesForEach" axis="ch" ptType="node" st="2">
            <dgm:layoutNode name="nodeFollowingNodes">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dgm:layoutNode>
      </dgm:else>
    </dgm:choose>
  </dgm:layoutNode>
</dgm:layoutDef>
</file>

<file path=ppt/diagrams/layout6.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7.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8.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9.xml><?xml version="1.0" encoding="utf-8"?>
<dgm:layoutDef xmlns:dgm="http://schemas.openxmlformats.org/drawingml/2006/diagram" xmlns:a="http://schemas.openxmlformats.org/drawingml/2006/main" uniqueId="urn:microsoft.com/office/officeart/2017/3/layout/HorizontalPathTimeline">
  <dgm:title val="Horizontal Path Timeline"/>
  <dgm:desc val="Use to show a list of events in chronological order. The rectangular shape contains the description while the date is shown near the circular dot along the time line. It's the perfect SmartArt for displaying large amount of text with a short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chMax/>
      <dgm:chPref/>
      <dgm:animLvl val="lvl"/>
    </dgm:varLst>
    <dgm:alg type="composite"/>
    <dgm:shape xmlns:r="http://schemas.openxmlformats.org/officeDocument/2006/relationships" r:blip="">
      <dgm:adjLst/>
    </dgm:shape>
    <dgm:constrLst>
      <dgm:constr type="w" for="ch" forName="divider" refType="w"/>
      <dgm:constr type="h" for="ch" forName="divider" refType="h" fact="0.04"/>
      <dgm:constr type="ctrY" for="ch" forName="divider" refType="h" fact="0.5"/>
      <dgm:constr type="l" for="ch" forName="divider"/>
      <dgm:constr type="w" for="ch" forName="nodes" refType="w"/>
      <dgm:constr type="h" for="ch" forName="nodes" refType="h"/>
    </dgm:constrLst>
    <dgm:layoutNode name="divider" styleLbl="node1">
      <dgm:alg type="sp"/>
      <dgm:shape xmlns:r="http://schemas.openxmlformats.org/officeDocument/2006/relationships" type="rect" r:blip="" zOrderOff="2">
        <dgm:adjLst/>
      </dgm:shape>
      <dgm:presOf/>
      <dgm:constrLst/>
      <dgm:ruleLst/>
    </dgm:layoutNode>
    <dgm:layoutNode name="nodes">
      <dgm:varLst>
        <dgm:chMax/>
        <dgm:chPref/>
        <dgm:animLvl val="lvl"/>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choose name="constrBasedOnChildrenCount">
        <dgm:if name="constrForTwoChildren" axis="ch" ptType="node" func="cnt" op="lte" val="2">
          <dgm:constrLst>
            <dgm:constr type="primFontSz" for="des" forName="L1TextContainer" val="20"/>
            <dgm:constr type="primFontSz" for="des" forName="L2TextContainer" refType="primFontSz" refFor="des" refForName="L1TextContainer" op="equ" fact="0.75"/>
            <dgm:constr type="w" for="ch" forName="composite" refType="w"/>
            <dgm:constr type="h" for="ch" forName="composite" refType="h"/>
            <dgm:constr type="w" for="ch" forName="spaceBetweenRectangles" refType="w" refFor="ch" refForName="composite" fact="0"/>
            <dgm:constr type="w" for="ch" ptType="sibTrans" op="equ"/>
            <dgm:constr type="primFontSz" for="des" forName="L1TextContainer" op="equ"/>
            <dgm:constr type="primFontSz" for="des" forName="L2TextContainer" op="equ"/>
          </dgm:constrLst>
        </dgm:if>
        <dgm:else name="constrForRest">
          <dgm:constrLst>
            <dgm:constr type="primFontSz" for="des" forName="L1TextContainer" val="20"/>
            <dgm:constr type="primFontSz" for="des" forName="L2TextContainer" refType="primFontSz" refFor="des" refForName="L1TextContainer" op="equ" fact="0.75"/>
            <dgm:constr type="w" for="ch" forName="composite" refType="w"/>
            <dgm:constr type="h" for="ch" forName="composite" refType="h"/>
            <dgm:constr type="w" for="ch" forName="spaceBetweenRectangles" refType="w" refFor="ch" refForName="composite" fact="-0.5"/>
            <dgm:constr type="w" for="ch" ptType="sibTrans" op="equ"/>
            <dgm:constr type="primFontSz" for="des" forName="L1TextContainer" op="equ"/>
            <dgm:constr type="primFontSz" for="des" forName="L2TextContainer" op="equ"/>
          </dgm:constrLst>
        </dgm:else>
      </dgm:choose>
      <dgm:forEach name="nodesForEach" axis="ch" ptType="node">
        <dgm:layoutNode name="composite">
          <dgm:alg type="composite"/>
          <dgm:shape xmlns:r="http://schemas.openxmlformats.org/officeDocument/2006/relationships" r:blip="">
            <dgm:adjLst/>
          </dgm:shape>
          <dgm:choose name="CaseForPlacingNodesAboveAndBelowDivider">
            <dgm:if name="CaseForPlacingNodeAboveDivider" axis="self" ptType="node" func="posOdd" op="equ" val="1">
              <dgm:constrLst>
                <dgm:constr type="w" for="ch" forName="L1TextContainer" refType="w" fact="0.8"/>
                <dgm:constr type="l" for="ch" forName="L1TextContainer" refType="w" fact="0.1"/>
                <dgm:constr type="t" for="ch" forName="L1TextContainer" refType="h" fact="0.537"/>
                <dgm:constr type="h" for="ch" forName="L1TextContainer" refType="h" fact="0.113"/>
                <dgm:constr type="w" for="ch" forName="L2TextContainerWrapper" refType="w" fact="0.88"/>
                <dgm:constr type="h" for="ch" forName="L2TextContainerWrapper" refType="h" fact="0.31"/>
                <dgm:constr type="b" for="ch" forName="L2TextContainerWrapper" refType="h" fact="0.31"/>
                <dgm:constr type="l" for="ch" forName="L2TextContainerWrapper" refType="w" fact="0.06"/>
                <dgm:constr type="w" for="ch" forName="ConnectLine"/>
                <dgm:constr type="l" for="ch" forName="ConnectLine" refType="w" fact="0.5"/>
                <dgm:constr type="h" for="ch" forName="ConnectLine" refType="h" fact="0.17"/>
                <dgm:constr type="t" for="ch" forName="ConnectLine" refType="h" fact="0.31"/>
                <dgm:constr type="w" for="ch" forName="ConnectorPoint" refType="h" fact="0.025"/>
                <dgm:constr type="h" for="ch" forName="ConnectorPoint" refType="h" fact="0.025"/>
                <dgm:constr type="ctrX" for="ch" forName="ConnectorPoint" refType="w" fact="0.5"/>
                <dgm:constr type="ctrY" for="ch" forName="ConnectorPoint" refType="h" fact="0.5"/>
                <dgm:constr type="w" for="ch" forName="EmptyPlaceHolder" refType="w"/>
                <dgm:constr type="t" for="ch" forName="EmptyPlaceHolder" refType="h" fact="0.65"/>
                <dgm:constr type="h" for="ch" forName="EmptyPlaceHolder" refType="h" fact="0.35"/>
              </dgm:constrLst>
            </dgm:if>
            <dgm:else name="CaseForPlacingNodeBelowDivider">
              <dgm:constrLst>
                <dgm:constr type="w" for="ch" forName="L1TextContainer" refType="w" fact="0.8"/>
                <dgm:constr type="l" for="ch" forName="L1TextContainer" refType="w" fact="0.1"/>
                <dgm:constr type="t" for="ch" forName="L1TextContainer" refType="h" fact="0.35"/>
                <dgm:constr type="h" for="ch" forName="L1TextContainer" refType="h" fact="0.113"/>
                <dgm:constr type="w" for="ch" forName="L2TextContainerWrapper" refType="w" fact="0.88"/>
                <dgm:constr type="h" for="ch" forName="L2TextContainerWrapper" refType="h" fact="0.31"/>
                <dgm:constr type="t" for="ch" forName="L2TextContainerWrapper" refType="h" fact="0.69"/>
                <dgm:constr type="l" for="ch" forName="L2TextContainerWrapper" refType="w" fact="0.06"/>
                <dgm:constr type="w" for="ch" forName="ConnectLine"/>
                <dgm:constr type="l" for="ch" forName="ConnectLine" refType="w" fact="0.5"/>
                <dgm:constr type="h" for="ch" forName="ConnectLine" refType="h" fact="0.17"/>
                <dgm:constr type="t" for="ch" forName="ConnectLine" refType="h" fact="0.52"/>
                <dgm:constr type="w" for="ch" forName="ConnectorPoint" refType="h" fact="0.025"/>
                <dgm:constr type="h" for="ch" forName="ConnectorPoint" refType="h" fact="0.025"/>
                <dgm:constr type="ctrX" for="ch" forName="ConnectorPoint" refType="w" fact="0.5"/>
                <dgm:constr type="ctrY" for="ch" forName="ConnectorPoint" refType="h" fact="0.5"/>
                <dgm:constr type="w" for="ch" forName="EmptyPlaceHolder" refType="w"/>
                <dgm:constr type="h" for="ch" forName="EmptyPlaceHolder" refType="h" fact="0.35"/>
                <dgm:constr type="t" for="ch" forName="EmptyPlaceHolder" refType="h" fact="0"/>
              </dgm:constrLst>
            </dgm:else>
          </dgm:choose>
          <dgm:layoutNode name="L1TextContainer" styleLbl="revTx">
            <dgm:varLst>
              <dgm:chMax val="1"/>
              <dgm:chPref val="1"/>
              <dgm:bulletEnabled val="1"/>
            </dgm:varLst>
            <dgm:choose name="casesForTxtDirLogic">
              <dgm:if name="Name78" axis="self" ptType="node" func="posOdd" op="equ" val="1">
                <dgm:alg type="tx">
                  <dgm:param type="txAnchorHorz" val="ctr"/>
                  <dgm:param type="txAnchorVert" val="t"/>
                  <dgm:param type="parTxLTRAlign" val="ctr"/>
                  <dgm:param type="parTxRTLAlign" val="ctr"/>
                </dgm:alg>
              </dgm:if>
              <dgm:else name="Name89">
                <dgm:alg type="tx">
                  <dgm:param type="txAnchorHorz" val="ctr"/>
                  <dgm:param type="txAnchorVert" val="b"/>
                  <dgm:param type="parTxLTRAlign" val="ctr"/>
                  <dgm:param type="parTxRTLAlign" val="ctr"/>
                </dgm:alg>
              </dgm:else>
            </dgm:choose>
            <dgm:shape xmlns:r="http://schemas.openxmlformats.org/officeDocument/2006/relationships" type="rect" r:blip="">
              <dgm:adjLst/>
            </dgm:shape>
            <dgm:presOf axis="self"/>
            <dgm:constrLst>
              <dgm:constr type="lMarg"/>
              <dgm:constr type="rMarg"/>
              <dgm:constr type="tMarg"/>
              <dgm:constr type="bMarg"/>
            </dgm:constrLst>
            <dgm:ruleLst>
              <dgm:rule type="primFontSz" val="14" fact="NaN" max="NaN"/>
            </dgm:ruleLst>
          </dgm:layoutNode>
          <dgm:layoutNode name="L2TextContainerWrapper" styleLbl="bgAccFollowNode1">
            <dgm:varLst>
              <dgm:chMax val="0"/>
              <dgm:chPref val="0"/>
              <dgm:bulletEnabled val="1"/>
            </dgm:varLst>
            <dgm:alg type="composite"/>
            <dgm:choose name="L2TextContainerConstr">
              <dgm:if name="CaseForPlacingL2TextContaineAboveDivider" axis="self" ptType="node" func="posOdd" op="equ" val="1">
                <dgm:constrLst>
                  <dgm:constr type="h" for="ch" forName="L2TextContainer" refType="h" fact="0.45"/>
                  <dgm:constr type="b" for="ch" forName="L2TextContainer" refType="h"/>
                  <dgm:constr type="h" for="ch" forName="FlexibleEmptyPlaceHolder" refType="h" fact="0.55"/>
                </dgm:constrLst>
              </dgm:if>
              <dgm:else name="CaseForPlacingL2TextContaineBelowDivider">
                <dgm:constrLst>
                  <dgm:constr type="h" for="ch" forName="L2TextContainer" refType="h" fact="0.45"/>
                  <dgm:constr type="h" for="ch" forName="FlexibleEmptyPlaceHolder" refType="h" fact="0.55"/>
                  <dgm:constr type="b" for="ch" forName="FlexibleEmptyPlaceHolder" refType="h"/>
                </dgm:constrLst>
              </dgm:else>
            </dgm:choose>
            <dgm:layoutNode name="L2TextContainer" styleLbl="bgAccFollowNode1">
              <dgm:choose name="L2TextContainerAlgo">
                <dgm:if name="L2TextContainerAlgoLTR" func="var" arg="dir" op="equ" val="norm">
                  <dgm:alg type="tx">
                    <dgm:param type="txAnchorVert" val="mid"/>
                    <dgm:param type="parTxRTLAlign" val="l"/>
                    <dgm:param type="parTxLTRAlign" val="l"/>
                    <dgm:param type="txAnchorVertCh" val="mid"/>
                    <dgm:param type="shpTxRTLAlignCh" val="l"/>
                    <dgm:param type="shpTxLTRAlignCh" val="l"/>
                  </dgm:alg>
                </dgm:if>
                <dgm:else name="L2TextContainerAlgoRTL">
                  <dgm:alg type="tx">
                    <dgm:param type="txAnchorVert" val="mid"/>
                    <dgm:param type="parTxRTLAlign" val="r"/>
                    <dgm:param type="parTxLTRAlign" val="r"/>
                    <dgm:param type="txAnchorVertCh" val="mid"/>
                    <dgm:param type="shpTxRTLAlignCh" val="r"/>
                    <dgm:param type="shpTxLTRAlignCh" val="r"/>
                  </dgm:alg>
                </dgm:else>
              </dgm:choose>
              <dgm:shape xmlns:r="http://schemas.openxmlformats.org/officeDocument/2006/relationships" type="rect" r:blip="">
                <dgm:adjLst/>
              </dgm:shape>
              <dgm:presOf axis="des" ptType="node"/>
              <dgm:constrLst>
                <dgm:constr type="lMarg" refType="primFontSz" fact="0.75"/>
                <dgm:constr type="rMarg" refType="primFontSz" fact="0.75"/>
                <dgm:constr type="tMarg" refType="primFontSz" fact="0.75"/>
                <dgm:constr type="bMarg" refType="primFontSz" fact="0.75"/>
              </dgm:constrLst>
              <dgm:ruleLst>
                <dgm:rule type="h" val="INF" fact="NaN" max="NaN"/>
                <dgm:rule type="primFontSz" val="11" fact="NaN" max="NaN"/>
                <dgm:rule type="secFontSz" val="9" fact="NaN" max="NaN"/>
              </dgm:ruleLst>
            </dgm:layoutNode>
            <dgm:layoutNode name="FlexibleEmptyPlaceHolder">
              <dgm:alg type="sp"/>
              <dgm:shape xmlns:r="http://schemas.openxmlformats.org/officeDocument/2006/relationships" r:blip="">
                <dgm:adjLst/>
              </dgm:shape>
              <dgm:presOf/>
              <dgm:constrLst/>
            </dgm:layoutNode>
          </dgm:layoutNode>
          <dgm:layoutNode name="ConnectLine" styleLbl="alignNode1" moveWith="L2TextContainer">
            <dgm:alg type="sp"/>
            <dgm:shape xmlns:r="http://schemas.openxmlformats.org/officeDocument/2006/relationships" type="line" r:blip="" zOrderOff="-1">
              <dgm:adjLst/>
              <dgm:extLst>
                <a:ext uri="{B698B0E9-8C71-41B9-8309-B3DCBF30829C}">
                  <dgm1612:spPr xmlns:dgm1612="http://schemas.microsoft.com/office/drawing/2016/12/diagram">
                    <a:ln w="6350">
                      <a:prstDash val="dash"/>
                    </a:ln>
                  </dgm1612:spPr>
                </a:ext>
              </dgm:extLst>
            </dgm:shape>
            <dgm:presOf/>
            <dgm:constrLst/>
          </dgm:layoutNode>
          <dgm:layoutNode name="ConnectorPoint" styleLbl="fgAcc1" moveWith="L2TextContainer">
            <dgm:alg type="sp"/>
            <dgm:shape xmlns:r="http://schemas.openxmlformats.org/officeDocument/2006/relationships" type="ellipse" r:blip="" zOrderOff="10">
              <dgm:adjLst/>
              <dgm:extLst>
                <a:ext uri="{B698B0E9-8C71-41B9-8309-B3DCBF30829C}">
                  <dgm1612:spPr xmlns:dgm1612="http://schemas.microsoft.com/office/drawing/2016/12/diagram">
                    <a:ln>
                      <a:noFill/>
                    </a:ln>
                  </dgm1612:spPr>
                </a:ext>
              </dgm:extLst>
            </dgm:shape>
            <dgm:presOf/>
            <dgm:constrLst/>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Node>
  <dgm:extLst>
    <a:ext uri="{68A01E43-0DF5-4B5B-8FA6-DAF915123BFB}">
      <dgm1612:lstStyle xmlns:dgm1612="http://schemas.microsoft.com/office/drawing/2016/12/diagram">
        <a:lvl1pPr>
          <a:defRPr b="1"/>
        </a:lvl1pPr>
      </dgm1612:lstStyle>
    </a:ext>
  </dgm:extLst>
</dgm:layoutDef>
</file>

<file path=ppt/diagrams/layout10.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66442" y="1447801"/>
            <a:ext cx="662096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866442" y="4777380"/>
            <a:ext cx="662096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132416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5BCAD085-E8A6-8845-BD4E-CB4CCA059FC4}" type="datetimeFigureOut">
              <a:rPr lang="en-US" smtClean="0"/>
              <a:t>12/10/2025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732438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66443" y="2861734"/>
            <a:ext cx="662096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866442" y="4777381"/>
            <a:ext cx="662096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485796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27700" y="2060576"/>
            <a:ext cx="3298113"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241975" y="2056093"/>
            <a:ext cx="3298115"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12/10/2025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949128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27700" y="1905000"/>
            <a:ext cx="3298112"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27700" y="2514600"/>
            <a:ext cx="3298113"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241976" y="1905000"/>
            <a:ext cx="3298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241976" y="2514600"/>
            <a:ext cx="3298113"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12/10/2025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675135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5BCAD085-E8A6-8845-BD4E-CB4CCA059FC4}" type="datetimeFigureOut">
              <a:rPr lang="en-US" smtClean="0"/>
              <a:t>12/10/2025</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344068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5BCAD085-E8A6-8845-BD4E-CB4CCA059FC4}" type="datetimeFigureOut">
              <a:rPr lang="en-US" smtClean="0"/>
              <a:t>12/10/2025</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4311754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441" y="1447800"/>
            <a:ext cx="2551462"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3589397" y="1447800"/>
            <a:ext cx="3898013"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66441" y="3129281"/>
            <a:ext cx="2551462"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5BCAD085-E8A6-8845-BD4E-CB4CCA059FC4}" type="datetimeFigureOut">
              <a:rPr lang="en-US" smtClean="0"/>
              <a:t>12/10/2025</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5602990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5656" y="1854192"/>
            <a:ext cx="3820674"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213517" y="1143000"/>
            <a:ext cx="2400925"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866441" y="3657600"/>
            <a:ext cx="3814728"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9170085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443" y="4800587"/>
            <a:ext cx="66209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866442" y="685800"/>
            <a:ext cx="662096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866443" y="5367325"/>
            <a:ext cx="662096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4099962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66442" y="1447800"/>
            <a:ext cx="6620968"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866442" y="3657600"/>
            <a:ext cx="6620968"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117250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81409" y="1447800"/>
            <a:ext cx="6001049"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448177" y="3771174"/>
            <a:ext cx="546115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866442" y="4350657"/>
            <a:ext cx="6620968"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12" name="TextBox 11"/>
          <p:cNvSpPr txBox="1"/>
          <p:nvPr/>
        </p:nvSpPr>
        <p:spPr>
          <a:xfrm>
            <a:off x="673897" y="971253"/>
            <a:ext cx="601591"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12200" dirty="0"/>
              <a:t>“</a:t>
            </a:r>
          </a:p>
        </p:txBody>
      </p:sp>
      <p:sp>
        <p:nvSpPr>
          <p:cNvPr id="15" name="TextBox 14"/>
          <p:cNvSpPr txBox="1"/>
          <p:nvPr/>
        </p:nvSpPr>
        <p:spPr>
          <a:xfrm>
            <a:off x="6999690" y="2613787"/>
            <a:ext cx="601591"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12200" dirty="0"/>
              <a:t>”</a:t>
            </a:r>
          </a:p>
        </p:txBody>
      </p:sp>
    </p:spTree>
    <p:extLst>
      <p:ext uri="{BB962C8B-B14F-4D97-AF65-F5344CB8AC3E}">
        <p14:creationId xmlns:p14="http://schemas.microsoft.com/office/powerpoint/2010/main" val="12515714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66441" y="3124201"/>
            <a:ext cx="6620969"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866442" y="4777381"/>
            <a:ext cx="6620968"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306320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474834" y="1981200"/>
            <a:ext cx="22107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489475" y="2667000"/>
            <a:ext cx="219608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2913504" y="1981200"/>
            <a:ext cx="2202754"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2905586" y="2667000"/>
            <a:ext cx="2210671"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5344917" y="1981200"/>
            <a:ext cx="219965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5344917" y="2667000"/>
            <a:ext cx="2199658"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2795334"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223030"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5BCAD085-E8A6-8845-BD4E-CB4CCA059FC4}" type="datetimeFigureOut">
              <a:rPr lang="en-US" smtClean="0"/>
              <a:t>12/10/2025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4004672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489475" y="4250949"/>
            <a:ext cx="2205612"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489475" y="2209800"/>
            <a:ext cx="2205612"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489475" y="4827212"/>
            <a:ext cx="2205612"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2917792" y="4250949"/>
            <a:ext cx="21984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2917791" y="2209800"/>
            <a:ext cx="2198466"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2916776" y="4827211"/>
            <a:ext cx="2201378"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5344917" y="4250949"/>
            <a:ext cx="219965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5344916" y="2209800"/>
            <a:ext cx="2199658"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5344824" y="4827209"/>
            <a:ext cx="2202571"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2795334"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5223030"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5BCAD085-E8A6-8845-BD4E-CB4CCA059FC4}" type="datetimeFigureOut">
              <a:rPr lang="en-US" smtClean="0"/>
              <a:t>12/10/2025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072620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239247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29782" y="430214"/>
            <a:ext cx="1314793"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489475" y="773205"/>
            <a:ext cx="5568812" cy="548313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2981320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2" name="Oval 21"/>
          <p:cNvSpPr/>
          <p:nvPr/>
        </p:nvSpPr>
        <p:spPr>
          <a:xfrm>
            <a:off x="629943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5689832" y="-457200"/>
            <a:ext cx="1600200" cy="1600200"/>
          </a:xfrm>
          <a:prstGeom prst="ellipse">
            <a:avLst/>
          </a:prstGeom>
          <a:gradFill flip="none" rotWithShape="1">
            <a:gsLst>
              <a:gs pos="0">
                <a:schemeClr val="bg2">
                  <a:lumMod val="60000"/>
                  <a:lumOff val="40000"/>
                  <a:alpha val="14000"/>
                </a:schemeClr>
              </a:gs>
              <a:gs pos="73000">
                <a:schemeClr val="bg2">
                  <a:lumMod val="60000"/>
                  <a:lumOff val="40000"/>
                  <a:alpha val="0"/>
                </a:schemeClr>
              </a:gs>
              <a:gs pos="36000">
                <a:schemeClr val="bg2">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6299432" y="6096000"/>
            <a:ext cx="990600" cy="990600"/>
          </a:xfrm>
          <a:prstGeom prst="ellipse">
            <a:avLst/>
          </a:prstGeom>
          <a:gradFill flip="none" rotWithShape="1">
            <a:gsLst>
              <a:gs pos="0">
                <a:schemeClr val="bg2">
                  <a:lumMod val="60000"/>
                  <a:lumOff val="40000"/>
                  <a:alpha val="9000"/>
                </a:schemeClr>
              </a:gs>
              <a:gs pos="66000">
                <a:schemeClr val="bg2">
                  <a:lumMod val="60000"/>
                  <a:lumOff val="40000"/>
                  <a:alpha val="0"/>
                </a:schemeClr>
              </a:gs>
              <a:gs pos="36000">
                <a:schemeClr val="bg2">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153988" y="2667000"/>
            <a:ext cx="4191000" cy="4191000"/>
          </a:xfrm>
          <a:prstGeom prst="ellipse">
            <a:avLst/>
          </a:prstGeom>
          <a:gradFill flip="none" rotWithShape="1">
            <a:gsLst>
              <a:gs pos="0">
                <a:schemeClr val="bg2">
                  <a:lumMod val="60000"/>
                  <a:lumOff val="40000"/>
                  <a:alpha val="11000"/>
                </a:schemeClr>
              </a:gs>
              <a:gs pos="75000">
                <a:schemeClr val="bg2">
                  <a:lumMod val="60000"/>
                  <a:lumOff val="40000"/>
                  <a:alpha val="0"/>
                </a:schemeClr>
              </a:gs>
              <a:gs pos="36000">
                <a:schemeClr val="bg2">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39788" y="2895600"/>
            <a:ext cx="2362200" cy="2362200"/>
          </a:xfrm>
          <a:prstGeom prst="ellipse">
            <a:avLst/>
          </a:prstGeom>
          <a:gradFill flip="none" rotWithShape="1">
            <a:gsLst>
              <a:gs pos="0">
                <a:schemeClr val="bg2">
                  <a:lumMod val="60000"/>
                  <a:lumOff val="40000"/>
                  <a:alpha val="8000"/>
                </a:schemeClr>
              </a:gs>
              <a:gs pos="72000">
                <a:schemeClr val="bg2">
                  <a:lumMod val="60000"/>
                  <a:lumOff val="40000"/>
                  <a:alpha val="0"/>
                </a:schemeClr>
              </a:gs>
              <a:gs pos="36000">
                <a:schemeClr val="bg2">
                  <a:lumMod val="60000"/>
                  <a:lumOff val="4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Rectangle 1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484710" y="452718"/>
            <a:ext cx="7055380"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827700" y="2052925"/>
            <a:ext cx="6711654"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7494989" y="1828771"/>
            <a:ext cx="990599" cy="22865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5BCAD085-E8A6-8845-BD4E-CB4CCA059FC4}" type="datetimeFigureOut">
              <a:rPr lang="en-US" smtClean="0"/>
              <a:t>12/10/2025</a:t>
            </a:fld>
            <a:endParaRPr lang="en-US"/>
          </a:p>
        </p:txBody>
      </p:sp>
      <p:sp>
        <p:nvSpPr>
          <p:cNvPr id="5" name="Footer Placeholder 4"/>
          <p:cNvSpPr>
            <a:spLocks noGrp="1"/>
          </p:cNvSpPr>
          <p:nvPr>
            <p:ph type="ftr" sz="quarter" idx="3"/>
          </p:nvPr>
        </p:nvSpPr>
        <p:spPr>
          <a:xfrm rot="5400000">
            <a:off x="6233335" y="3263371"/>
            <a:ext cx="3859795" cy="228660"/>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7766431" y="295736"/>
            <a:ext cx="628813" cy="767687"/>
          </a:xfrm>
          <a:prstGeom prst="rect">
            <a:avLst/>
          </a:prstGeom>
        </p:spPr>
        <p:txBody>
          <a:bodyPr vert="horz" lIns="91440" tIns="45720" rIns="91440" bIns="45720" rtlCol="0" anchor="b"/>
          <a:lstStyle>
            <a:lvl1pPr algn="ctr">
              <a:defRPr sz="2801" b="0" i="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461864571"/>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7"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6" indent="-342906" algn="l" defTabSz="457207"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62" indent="-285755" algn="l" defTabSz="457207"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20"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2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3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14642"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49"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5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6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7" rtl="0" eaLnBrk="1" latinLnBrk="0" hangingPunct="1">
        <a:defRPr sz="1800" kern="1200">
          <a:solidFill>
            <a:schemeClr val="tx1"/>
          </a:solidFill>
          <a:latin typeface="+mn-lt"/>
          <a:ea typeface="+mn-ea"/>
          <a:cs typeface="+mn-cs"/>
        </a:defRPr>
      </a:lvl1pPr>
      <a:lvl2pPr marL="457207" algn="l" defTabSz="457207" rtl="0" eaLnBrk="1" latinLnBrk="0" hangingPunct="1">
        <a:defRPr sz="1800" kern="1200">
          <a:solidFill>
            <a:schemeClr val="tx1"/>
          </a:solidFill>
          <a:latin typeface="+mn-lt"/>
          <a:ea typeface="+mn-ea"/>
          <a:cs typeface="+mn-cs"/>
        </a:defRPr>
      </a:lvl2pPr>
      <a:lvl3pPr marL="914415" algn="l" defTabSz="457207" rtl="0" eaLnBrk="1" latinLnBrk="0" hangingPunct="1">
        <a:defRPr sz="1800" kern="1200">
          <a:solidFill>
            <a:schemeClr val="tx1"/>
          </a:solidFill>
          <a:latin typeface="+mn-lt"/>
          <a:ea typeface="+mn-ea"/>
          <a:cs typeface="+mn-cs"/>
        </a:defRPr>
      </a:lvl3pPr>
      <a:lvl4pPr marL="1371622" algn="l" defTabSz="457207" rtl="0" eaLnBrk="1" latinLnBrk="0" hangingPunct="1">
        <a:defRPr sz="1800" kern="1200">
          <a:solidFill>
            <a:schemeClr val="tx1"/>
          </a:solidFill>
          <a:latin typeface="+mn-lt"/>
          <a:ea typeface="+mn-ea"/>
          <a:cs typeface="+mn-cs"/>
        </a:defRPr>
      </a:lvl4pPr>
      <a:lvl5pPr marL="1828831" algn="l" defTabSz="457207" rtl="0" eaLnBrk="1" latinLnBrk="0" hangingPunct="1">
        <a:defRPr sz="1800" kern="1200">
          <a:solidFill>
            <a:schemeClr val="tx1"/>
          </a:solidFill>
          <a:latin typeface="+mn-lt"/>
          <a:ea typeface="+mn-ea"/>
          <a:cs typeface="+mn-cs"/>
        </a:defRPr>
      </a:lvl5pPr>
      <a:lvl6pPr marL="2286038" algn="l" defTabSz="457207" rtl="0" eaLnBrk="1" latinLnBrk="0" hangingPunct="1">
        <a:defRPr sz="1800" kern="1200">
          <a:solidFill>
            <a:schemeClr val="tx1"/>
          </a:solidFill>
          <a:latin typeface="+mn-lt"/>
          <a:ea typeface="+mn-ea"/>
          <a:cs typeface="+mn-cs"/>
        </a:defRPr>
      </a:lvl6pPr>
      <a:lvl7pPr marL="2743246" algn="l" defTabSz="457207" rtl="0" eaLnBrk="1" latinLnBrk="0" hangingPunct="1">
        <a:defRPr sz="1800" kern="1200">
          <a:solidFill>
            <a:schemeClr val="tx1"/>
          </a:solidFill>
          <a:latin typeface="+mn-lt"/>
          <a:ea typeface="+mn-ea"/>
          <a:cs typeface="+mn-cs"/>
        </a:defRPr>
      </a:lvl7pPr>
      <a:lvl8pPr marL="3200453" algn="l" defTabSz="457207" rtl="0" eaLnBrk="1" latinLnBrk="0" hangingPunct="1">
        <a:defRPr sz="1800" kern="1200">
          <a:solidFill>
            <a:schemeClr val="tx1"/>
          </a:solidFill>
          <a:latin typeface="+mn-lt"/>
          <a:ea typeface="+mn-ea"/>
          <a:cs typeface="+mn-cs"/>
        </a:defRPr>
      </a:lvl8pPr>
      <a:lvl9pPr marL="3657661" algn="l" defTabSz="45720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a:defRPr sz="4400" b="1"/>
            </a:pPr>
            <a:r>
              <a:rPr dirty="0"/>
              <a:t>Budget Tracker – MERN Web Application</a:t>
            </a:r>
          </a:p>
        </p:txBody>
      </p:sp>
      <p:sp>
        <p:nvSpPr>
          <p:cNvPr id="3" name="Subtitle 2"/>
          <p:cNvSpPr>
            <a:spLocks noGrp="1"/>
          </p:cNvSpPr>
          <p:nvPr>
            <p:ph type="subTitle" idx="1"/>
          </p:nvPr>
        </p:nvSpPr>
        <p:spPr/>
        <p:txBody>
          <a:bodyPr/>
          <a:lstStyle/>
          <a:p>
            <a:r>
              <a:rPr dirty="0"/>
              <a:t>Team: Bill</a:t>
            </a:r>
            <a:r>
              <a:rPr lang="en-US" dirty="0"/>
              <a:t> McCarty,</a:t>
            </a:r>
            <a:r>
              <a:rPr dirty="0"/>
              <a:t> CJ </a:t>
            </a:r>
            <a:r>
              <a:rPr lang="en-US" dirty="0" err="1"/>
              <a:t>Ottenlips</a:t>
            </a:r>
            <a:r>
              <a:rPr lang="en-US" dirty="0"/>
              <a:t>,</a:t>
            </a:r>
            <a:r>
              <a:rPr dirty="0"/>
              <a:t> Cole</a:t>
            </a:r>
            <a:r>
              <a:rPr lang="en-US" dirty="0"/>
              <a:t> Nelson, </a:t>
            </a:r>
            <a:r>
              <a:rPr dirty="0"/>
              <a:t> Grant</a:t>
            </a:r>
            <a:r>
              <a:rPr lang="en-US" dirty="0"/>
              <a:t> Wiedeman</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BE6F9A3-300E-47F5-B41C-C8C5E758DE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86696" y="1063417"/>
            <a:ext cx="2629122" cy="4675396"/>
          </a:xfrm>
        </p:spPr>
        <p:txBody>
          <a:bodyPr anchor="ctr">
            <a:normAutofit/>
          </a:bodyPr>
          <a:lstStyle/>
          <a:p>
            <a:pPr>
              <a:defRPr sz="3600" b="1"/>
            </a:pPr>
            <a:r>
              <a:rPr lang="en-US" sz="3600">
                <a:solidFill>
                  <a:srgbClr val="F2F2F2"/>
                </a:solidFill>
              </a:rPr>
              <a:t>Project Overview</a:t>
            </a:r>
          </a:p>
        </p:txBody>
      </p:sp>
      <p:sp>
        <p:nvSpPr>
          <p:cNvPr id="11" name="Rectangle 10">
            <a:extLst>
              <a:ext uri="{FF2B5EF4-FFF2-40B4-BE49-F238E27FC236}">
                <a16:creationId xmlns:a16="http://schemas.microsoft.com/office/drawing/2014/main" id="{61B4701B-39FE-43B8-86AA-D6B8789C22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79292" y="0"/>
            <a:ext cx="5664708"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Rounded Rectangle 9">
            <a:extLst>
              <a:ext uri="{FF2B5EF4-FFF2-40B4-BE49-F238E27FC236}">
                <a16:creationId xmlns:a16="http://schemas.microsoft.com/office/drawing/2014/main" id="{E9A7EF13-49FA-4355-971A-34B065F350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42766" y="484632"/>
            <a:ext cx="4938073" cy="5739187"/>
          </a:xfrm>
          <a:prstGeom prst="roundRect">
            <a:avLst>
              <a:gd name="adj" fmla="val 0"/>
            </a:avLst>
          </a:prstGeom>
          <a:ln w="12700" cap="sq">
            <a:solidFill>
              <a:schemeClr val="bg1">
                <a:lumMod val="75000"/>
              </a:schemeClr>
            </a:solidFill>
            <a:miter lim="800000"/>
          </a:ln>
          <a:effectLst>
            <a:outerShdw blurRad="63500" dist="25400" dir="5400000" algn="tl" rotWithShape="0">
              <a:srgbClr val="000000">
                <a:alpha val="3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92CF3C3E-0F7B-4F0C-8EBD-BDD38E9C66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31836"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graphicFrame>
        <p:nvGraphicFramePr>
          <p:cNvPr id="5" name="Content Placeholder 2">
            <a:extLst>
              <a:ext uri="{FF2B5EF4-FFF2-40B4-BE49-F238E27FC236}">
                <a16:creationId xmlns:a16="http://schemas.microsoft.com/office/drawing/2014/main" id="{DA5D73E2-2902-D382-DBE4-C9BB74B7C7BD}"/>
              </a:ext>
            </a:extLst>
          </p:cNvPr>
          <p:cNvGraphicFramePr>
            <a:graphicFrameLocks noGrp="1"/>
          </p:cNvGraphicFramePr>
          <p:nvPr>
            <p:ph idx="1"/>
            <p:extLst>
              <p:ext uri="{D42A27DB-BD31-4B8C-83A1-F6EECF244321}">
                <p14:modId xmlns:p14="http://schemas.microsoft.com/office/powerpoint/2010/main" val="3377685729"/>
              </p:ext>
            </p:extLst>
          </p:nvPr>
        </p:nvGraphicFramePr>
        <p:xfrm>
          <a:off x="4206478" y="965200"/>
          <a:ext cx="4211240" cy="477361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4E78424C-6FD0-41F8-9CAA-5DC19C4235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4000" cy="6858001"/>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82891" y="1447800"/>
            <a:ext cx="2331469" cy="4572000"/>
          </a:xfrm>
        </p:spPr>
        <p:txBody>
          <a:bodyPr anchor="ctr">
            <a:normAutofit/>
          </a:bodyPr>
          <a:lstStyle/>
          <a:p>
            <a:pPr>
              <a:defRPr sz="3600" b="1"/>
            </a:pPr>
            <a:r>
              <a:rPr lang="en-US" sz="2800">
                <a:solidFill>
                  <a:srgbClr val="F2F2F2"/>
                </a:solidFill>
              </a:rPr>
              <a:t>Tech Stack</a:t>
            </a:r>
          </a:p>
        </p:txBody>
      </p:sp>
      <p:sp>
        <p:nvSpPr>
          <p:cNvPr id="18" name="Freeform: Shape 17">
            <a:extLst>
              <a:ext uri="{FF2B5EF4-FFF2-40B4-BE49-F238E27FC236}">
                <a16:creationId xmlns:a16="http://schemas.microsoft.com/office/drawing/2014/main" id="{DD136760-57DC-4301-8BEA-B71AD2D139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20982" y="0"/>
            <a:ext cx="6023018" cy="6858000"/>
          </a:xfrm>
          <a:custGeom>
            <a:avLst/>
            <a:gdLst>
              <a:gd name="connsiteX0" fmla="*/ 1176 w 8030690"/>
              <a:gd name="connsiteY0" fmla="*/ 0 h 6858000"/>
              <a:gd name="connsiteX1" fmla="*/ 1344715 w 8030690"/>
              <a:gd name="connsiteY1" fmla="*/ 0 h 6858000"/>
              <a:gd name="connsiteX2" fmla="*/ 1344715 w 8030690"/>
              <a:gd name="connsiteY2" fmla="*/ 0 h 6858000"/>
              <a:gd name="connsiteX3" fmla="*/ 8030690 w 8030690"/>
              <a:gd name="connsiteY3" fmla="*/ 0 h 6858000"/>
              <a:gd name="connsiteX4" fmla="*/ 8030690 w 8030690"/>
              <a:gd name="connsiteY4" fmla="*/ 6858000 h 6858000"/>
              <a:gd name="connsiteX5" fmla="*/ 477746 w 8030690"/>
              <a:gd name="connsiteY5" fmla="*/ 6858000 h 6858000"/>
              <a:gd name="connsiteX6" fmla="*/ 477746 w 8030690"/>
              <a:gd name="connsiteY6" fmla="*/ 6858000 h 6858000"/>
              <a:gd name="connsiteX7" fmla="*/ 0 w 8030690"/>
              <a:gd name="connsiteY7" fmla="*/ 6858000 h 6858000"/>
              <a:gd name="connsiteX8" fmla="*/ 5883 w 8030690"/>
              <a:gd name="connsiteY8" fmla="*/ 6817538 h 6858000"/>
              <a:gd name="connsiteX9" fmla="*/ 23196 w 8030690"/>
              <a:gd name="connsiteY9" fmla="*/ 6698894 h 6858000"/>
              <a:gd name="connsiteX10" fmla="*/ 35298 w 8030690"/>
              <a:gd name="connsiteY10" fmla="*/ 6612483 h 6858000"/>
              <a:gd name="connsiteX11" fmla="*/ 48073 w 8030690"/>
              <a:gd name="connsiteY11" fmla="*/ 6509613 h 6858000"/>
              <a:gd name="connsiteX12" fmla="*/ 63369 w 8030690"/>
              <a:gd name="connsiteY12" fmla="*/ 6387541 h 6858000"/>
              <a:gd name="connsiteX13" fmla="*/ 79506 w 8030690"/>
              <a:gd name="connsiteY13" fmla="*/ 6252438 h 6858000"/>
              <a:gd name="connsiteX14" fmla="*/ 96483 w 8030690"/>
              <a:gd name="connsiteY14" fmla="*/ 6100191 h 6858000"/>
              <a:gd name="connsiteX15" fmla="*/ 114468 w 8030690"/>
              <a:gd name="connsiteY15" fmla="*/ 5934227 h 6858000"/>
              <a:gd name="connsiteX16" fmla="*/ 132454 w 8030690"/>
              <a:gd name="connsiteY16" fmla="*/ 5753862 h 6858000"/>
              <a:gd name="connsiteX17" fmla="*/ 150775 w 8030690"/>
              <a:gd name="connsiteY17" fmla="*/ 5561838 h 6858000"/>
              <a:gd name="connsiteX18" fmla="*/ 167752 w 8030690"/>
              <a:gd name="connsiteY18" fmla="*/ 5354726 h 6858000"/>
              <a:gd name="connsiteX19" fmla="*/ 184057 w 8030690"/>
              <a:gd name="connsiteY19" fmla="*/ 5138013 h 6858000"/>
              <a:gd name="connsiteX20" fmla="*/ 198849 w 8030690"/>
              <a:gd name="connsiteY20" fmla="*/ 4908956 h 6858000"/>
              <a:gd name="connsiteX21" fmla="*/ 212968 w 8030690"/>
              <a:gd name="connsiteY21" fmla="*/ 4670298 h 6858000"/>
              <a:gd name="connsiteX22" fmla="*/ 226248 w 8030690"/>
              <a:gd name="connsiteY22" fmla="*/ 4421352 h 6858000"/>
              <a:gd name="connsiteX23" fmla="*/ 230954 w 8030690"/>
              <a:gd name="connsiteY23" fmla="*/ 4293793 h 6858000"/>
              <a:gd name="connsiteX24" fmla="*/ 236165 w 8030690"/>
              <a:gd name="connsiteY24" fmla="*/ 4163491 h 6858000"/>
              <a:gd name="connsiteX25" fmla="*/ 241039 w 8030690"/>
              <a:gd name="connsiteY25" fmla="*/ 4031132 h 6858000"/>
              <a:gd name="connsiteX26" fmla="*/ 244233 w 8030690"/>
              <a:gd name="connsiteY26" fmla="*/ 3898087 h 6858000"/>
              <a:gd name="connsiteX27" fmla="*/ 247091 w 8030690"/>
              <a:gd name="connsiteY27" fmla="*/ 3762298 h 6858000"/>
              <a:gd name="connsiteX28" fmla="*/ 250116 w 8030690"/>
              <a:gd name="connsiteY28" fmla="*/ 3625138 h 6858000"/>
              <a:gd name="connsiteX29" fmla="*/ 252133 w 8030690"/>
              <a:gd name="connsiteY29" fmla="*/ 3485235 h 6858000"/>
              <a:gd name="connsiteX30" fmla="*/ 252133 w 8030690"/>
              <a:gd name="connsiteY30" fmla="*/ 3343960 h 6858000"/>
              <a:gd name="connsiteX31" fmla="*/ 253142 w 8030690"/>
              <a:gd name="connsiteY31" fmla="*/ 3201314 h 6858000"/>
              <a:gd name="connsiteX32" fmla="*/ 252133 w 8030690"/>
              <a:gd name="connsiteY32" fmla="*/ 3057296 h 6858000"/>
              <a:gd name="connsiteX33" fmla="*/ 250116 w 8030690"/>
              <a:gd name="connsiteY33" fmla="*/ 2911221 h 6858000"/>
              <a:gd name="connsiteX34" fmla="*/ 248267 w 8030690"/>
              <a:gd name="connsiteY34" fmla="*/ 2765145 h 6858000"/>
              <a:gd name="connsiteX35" fmla="*/ 244233 w 8030690"/>
              <a:gd name="connsiteY35" fmla="*/ 2617013 h 6858000"/>
              <a:gd name="connsiteX36" fmla="*/ 240031 w 8030690"/>
              <a:gd name="connsiteY36" fmla="*/ 2467508 h 6858000"/>
              <a:gd name="connsiteX37" fmla="*/ 235156 w 8030690"/>
              <a:gd name="connsiteY37" fmla="*/ 2318004 h 6858000"/>
              <a:gd name="connsiteX38" fmla="*/ 228265 w 8030690"/>
              <a:gd name="connsiteY38" fmla="*/ 2167128 h 6858000"/>
              <a:gd name="connsiteX39" fmla="*/ 220028 w 8030690"/>
              <a:gd name="connsiteY39" fmla="*/ 2014880 h 6858000"/>
              <a:gd name="connsiteX40" fmla="*/ 212128 w 8030690"/>
              <a:gd name="connsiteY40" fmla="*/ 1861947 h 6858000"/>
              <a:gd name="connsiteX41" fmla="*/ 202043 w 8030690"/>
              <a:gd name="connsiteY41" fmla="*/ 1709013 h 6858000"/>
              <a:gd name="connsiteX42" fmla="*/ 189940 w 8030690"/>
              <a:gd name="connsiteY42" fmla="*/ 1554023 h 6858000"/>
              <a:gd name="connsiteX43" fmla="*/ 177838 w 8030690"/>
              <a:gd name="connsiteY43" fmla="*/ 1401089 h 6858000"/>
              <a:gd name="connsiteX44" fmla="*/ 163886 w 8030690"/>
              <a:gd name="connsiteY44" fmla="*/ 1245413 h 6858000"/>
              <a:gd name="connsiteX45" fmla="*/ 148590 w 8030690"/>
              <a:gd name="connsiteY45" fmla="*/ 1089050 h 6858000"/>
              <a:gd name="connsiteX46" fmla="*/ 132454 w 8030690"/>
              <a:gd name="connsiteY46" fmla="*/ 934745 h 6858000"/>
              <a:gd name="connsiteX47" fmla="*/ 113628 w 8030690"/>
              <a:gd name="connsiteY47" fmla="*/ 778383 h 6858000"/>
              <a:gd name="connsiteX48" fmla="*/ 93457 w 8030690"/>
              <a:gd name="connsiteY48" fmla="*/ 622706 h 6858000"/>
              <a:gd name="connsiteX49" fmla="*/ 73454 w 8030690"/>
              <a:gd name="connsiteY49" fmla="*/ 466344 h 6858000"/>
              <a:gd name="connsiteX50" fmla="*/ 50090 w 8030690"/>
              <a:gd name="connsiteY50" fmla="*/ 310667 h 6858000"/>
              <a:gd name="connsiteX51" fmla="*/ 26222 w 8030690"/>
              <a:gd name="connsiteY51" fmla="*/ 15567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8030690" h="6858000">
                <a:moveTo>
                  <a:pt x="1176" y="0"/>
                </a:moveTo>
                <a:lnTo>
                  <a:pt x="1344715" y="0"/>
                </a:lnTo>
                <a:lnTo>
                  <a:pt x="1344715" y="0"/>
                </a:lnTo>
                <a:lnTo>
                  <a:pt x="8030690" y="0"/>
                </a:lnTo>
                <a:lnTo>
                  <a:pt x="8030690" y="6858000"/>
                </a:lnTo>
                <a:lnTo>
                  <a:pt x="477746" y="6858000"/>
                </a:lnTo>
                <a:lnTo>
                  <a:pt x="477746" y="6858000"/>
                </a:lnTo>
                <a:lnTo>
                  <a:pt x="0" y="6858000"/>
                </a:lnTo>
                <a:lnTo>
                  <a:pt x="5883" y="6817538"/>
                </a:lnTo>
                <a:lnTo>
                  <a:pt x="23196" y="6698894"/>
                </a:lnTo>
                <a:lnTo>
                  <a:pt x="35298" y="6612483"/>
                </a:lnTo>
                <a:lnTo>
                  <a:pt x="48073" y="6509613"/>
                </a:lnTo>
                <a:lnTo>
                  <a:pt x="63369" y="6387541"/>
                </a:lnTo>
                <a:lnTo>
                  <a:pt x="79506" y="6252438"/>
                </a:lnTo>
                <a:lnTo>
                  <a:pt x="96483" y="6100191"/>
                </a:lnTo>
                <a:lnTo>
                  <a:pt x="114468" y="5934227"/>
                </a:lnTo>
                <a:lnTo>
                  <a:pt x="132454" y="5753862"/>
                </a:lnTo>
                <a:lnTo>
                  <a:pt x="150775" y="5561838"/>
                </a:lnTo>
                <a:lnTo>
                  <a:pt x="167752" y="5354726"/>
                </a:lnTo>
                <a:lnTo>
                  <a:pt x="184057" y="5138013"/>
                </a:lnTo>
                <a:lnTo>
                  <a:pt x="198849" y="4908956"/>
                </a:lnTo>
                <a:lnTo>
                  <a:pt x="212968" y="4670298"/>
                </a:lnTo>
                <a:lnTo>
                  <a:pt x="226248" y="4421352"/>
                </a:lnTo>
                <a:lnTo>
                  <a:pt x="230954" y="4293793"/>
                </a:lnTo>
                <a:lnTo>
                  <a:pt x="236165" y="4163491"/>
                </a:lnTo>
                <a:lnTo>
                  <a:pt x="241039" y="4031132"/>
                </a:lnTo>
                <a:lnTo>
                  <a:pt x="244233" y="3898087"/>
                </a:lnTo>
                <a:lnTo>
                  <a:pt x="247091" y="3762298"/>
                </a:lnTo>
                <a:lnTo>
                  <a:pt x="250116" y="3625138"/>
                </a:lnTo>
                <a:lnTo>
                  <a:pt x="252133" y="3485235"/>
                </a:lnTo>
                <a:lnTo>
                  <a:pt x="252133" y="3343960"/>
                </a:lnTo>
                <a:lnTo>
                  <a:pt x="253142" y="3201314"/>
                </a:lnTo>
                <a:lnTo>
                  <a:pt x="252133" y="3057296"/>
                </a:lnTo>
                <a:lnTo>
                  <a:pt x="250116" y="2911221"/>
                </a:lnTo>
                <a:lnTo>
                  <a:pt x="248267" y="2765145"/>
                </a:lnTo>
                <a:lnTo>
                  <a:pt x="244233" y="2617013"/>
                </a:lnTo>
                <a:lnTo>
                  <a:pt x="240031" y="2467508"/>
                </a:lnTo>
                <a:lnTo>
                  <a:pt x="235156" y="2318004"/>
                </a:lnTo>
                <a:lnTo>
                  <a:pt x="228265" y="2167128"/>
                </a:lnTo>
                <a:lnTo>
                  <a:pt x="220028" y="2014880"/>
                </a:lnTo>
                <a:lnTo>
                  <a:pt x="212128" y="1861947"/>
                </a:lnTo>
                <a:lnTo>
                  <a:pt x="202043" y="1709013"/>
                </a:lnTo>
                <a:lnTo>
                  <a:pt x="189940" y="1554023"/>
                </a:lnTo>
                <a:lnTo>
                  <a:pt x="177838" y="1401089"/>
                </a:lnTo>
                <a:lnTo>
                  <a:pt x="163886" y="1245413"/>
                </a:lnTo>
                <a:lnTo>
                  <a:pt x="148590" y="1089050"/>
                </a:lnTo>
                <a:lnTo>
                  <a:pt x="132454" y="934745"/>
                </a:lnTo>
                <a:lnTo>
                  <a:pt x="113628" y="778383"/>
                </a:lnTo>
                <a:lnTo>
                  <a:pt x="93457" y="622706"/>
                </a:lnTo>
                <a:lnTo>
                  <a:pt x="73454" y="466344"/>
                </a:lnTo>
                <a:lnTo>
                  <a:pt x="50090" y="310667"/>
                </a:lnTo>
                <a:lnTo>
                  <a:pt x="26222" y="155676"/>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11">
            <a:extLst>
              <a:ext uri="{FF2B5EF4-FFF2-40B4-BE49-F238E27FC236}">
                <a16:creationId xmlns:a16="http://schemas.microsoft.com/office/drawing/2014/main" id="{BDC58DEA-1307-4F44-AD47-E613D8B76A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961082" y="-1"/>
            <a:ext cx="419604"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p:nvSpPr>
          <p:cNvPr id="20" name="Rectangle 19">
            <a:extLst>
              <a:ext uri="{FF2B5EF4-FFF2-40B4-BE49-F238E27FC236}">
                <a16:creationId xmlns:a16="http://schemas.microsoft.com/office/drawing/2014/main" id="{C99B912D-1E4B-42AF-A2BE-CFEFEC916E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graphicFrame>
        <p:nvGraphicFramePr>
          <p:cNvPr id="21" name="Content Placeholder 2">
            <a:extLst>
              <a:ext uri="{FF2B5EF4-FFF2-40B4-BE49-F238E27FC236}">
                <a16:creationId xmlns:a16="http://schemas.microsoft.com/office/drawing/2014/main" id="{A94DDF57-7550-1EC4-4F9E-F4EDF50B6481}"/>
              </a:ext>
            </a:extLst>
          </p:cNvPr>
          <p:cNvGraphicFramePr>
            <a:graphicFrameLocks noGrp="1"/>
          </p:cNvGraphicFramePr>
          <p:nvPr>
            <p:ph idx="1"/>
            <p:extLst>
              <p:ext uri="{D42A27DB-BD31-4B8C-83A1-F6EECF244321}">
                <p14:modId xmlns:p14="http://schemas.microsoft.com/office/powerpoint/2010/main" val="2858742893"/>
              </p:ext>
            </p:extLst>
          </p:nvPr>
        </p:nvGraphicFramePr>
        <p:xfrm>
          <a:off x="3786187" y="1447800"/>
          <a:ext cx="4872038" cy="457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E78424C-6FD0-41F8-9CAA-5DC19C4235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4000" cy="6858001"/>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82891" y="1447800"/>
            <a:ext cx="2331469" cy="4572000"/>
          </a:xfrm>
        </p:spPr>
        <p:txBody>
          <a:bodyPr anchor="ctr">
            <a:normAutofit/>
          </a:bodyPr>
          <a:lstStyle/>
          <a:p>
            <a:pPr>
              <a:defRPr sz="3600" b="1"/>
            </a:pPr>
            <a:r>
              <a:rPr lang="en-US" sz="2800" dirty="0">
                <a:solidFill>
                  <a:srgbClr val="F2F2F2"/>
                </a:solidFill>
              </a:rPr>
              <a:t>Core Features</a:t>
            </a:r>
          </a:p>
        </p:txBody>
      </p:sp>
      <p:sp>
        <p:nvSpPr>
          <p:cNvPr id="11" name="Freeform: Shape 10">
            <a:extLst>
              <a:ext uri="{FF2B5EF4-FFF2-40B4-BE49-F238E27FC236}">
                <a16:creationId xmlns:a16="http://schemas.microsoft.com/office/drawing/2014/main" id="{DD136760-57DC-4301-8BEA-B71AD2D139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20982" y="0"/>
            <a:ext cx="6023018" cy="6858000"/>
          </a:xfrm>
          <a:custGeom>
            <a:avLst/>
            <a:gdLst>
              <a:gd name="connsiteX0" fmla="*/ 1176 w 8030690"/>
              <a:gd name="connsiteY0" fmla="*/ 0 h 6858000"/>
              <a:gd name="connsiteX1" fmla="*/ 1344715 w 8030690"/>
              <a:gd name="connsiteY1" fmla="*/ 0 h 6858000"/>
              <a:gd name="connsiteX2" fmla="*/ 1344715 w 8030690"/>
              <a:gd name="connsiteY2" fmla="*/ 0 h 6858000"/>
              <a:gd name="connsiteX3" fmla="*/ 8030690 w 8030690"/>
              <a:gd name="connsiteY3" fmla="*/ 0 h 6858000"/>
              <a:gd name="connsiteX4" fmla="*/ 8030690 w 8030690"/>
              <a:gd name="connsiteY4" fmla="*/ 6858000 h 6858000"/>
              <a:gd name="connsiteX5" fmla="*/ 477746 w 8030690"/>
              <a:gd name="connsiteY5" fmla="*/ 6858000 h 6858000"/>
              <a:gd name="connsiteX6" fmla="*/ 477746 w 8030690"/>
              <a:gd name="connsiteY6" fmla="*/ 6858000 h 6858000"/>
              <a:gd name="connsiteX7" fmla="*/ 0 w 8030690"/>
              <a:gd name="connsiteY7" fmla="*/ 6858000 h 6858000"/>
              <a:gd name="connsiteX8" fmla="*/ 5883 w 8030690"/>
              <a:gd name="connsiteY8" fmla="*/ 6817538 h 6858000"/>
              <a:gd name="connsiteX9" fmla="*/ 23196 w 8030690"/>
              <a:gd name="connsiteY9" fmla="*/ 6698894 h 6858000"/>
              <a:gd name="connsiteX10" fmla="*/ 35298 w 8030690"/>
              <a:gd name="connsiteY10" fmla="*/ 6612483 h 6858000"/>
              <a:gd name="connsiteX11" fmla="*/ 48073 w 8030690"/>
              <a:gd name="connsiteY11" fmla="*/ 6509613 h 6858000"/>
              <a:gd name="connsiteX12" fmla="*/ 63369 w 8030690"/>
              <a:gd name="connsiteY12" fmla="*/ 6387541 h 6858000"/>
              <a:gd name="connsiteX13" fmla="*/ 79506 w 8030690"/>
              <a:gd name="connsiteY13" fmla="*/ 6252438 h 6858000"/>
              <a:gd name="connsiteX14" fmla="*/ 96483 w 8030690"/>
              <a:gd name="connsiteY14" fmla="*/ 6100191 h 6858000"/>
              <a:gd name="connsiteX15" fmla="*/ 114468 w 8030690"/>
              <a:gd name="connsiteY15" fmla="*/ 5934227 h 6858000"/>
              <a:gd name="connsiteX16" fmla="*/ 132454 w 8030690"/>
              <a:gd name="connsiteY16" fmla="*/ 5753862 h 6858000"/>
              <a:gd name="connsiteX17" fmla="*/ 150775 w 8030690"/>
              <a:gd name="connsiteY17" fmla="*/ 5561838 h 6858000"/>
              <a:gd name="connsiteX18" fmla="*/ 167752 w 8030690"/>
              <a:gd name="connsiteY18" fmla="*/ 5354726 h 6858000"/>
              <a:gd name="connsiteX19" fmla="*/ 184057 w 8030690"/>
              <a:gd name="connsiteY19" fmla="*/ 5138013 h 6858000"/>
              <a:gd name="connsiteX20" fmla="*/ 198849 w 8030690"/>
              <a:gd name="connsiteY20" fmla="*/ 4908956 h 6858000"/>
              <a:gd name="connsiteX21" fmla="*/ 212968 w 8030690"/>
              <a:gd name="connsiteY21" fmla="*/ 4670298 h 6858000"/>
              <a:gd name="connsiteX22" fmla="*/ 226248 w 8030690"/>
              <a:gd name="connsiteY22" fmla="*/ 4421352 h 6858000"/>
              <a:gd name="connsiteX23" fmla="*/ 230954 w 8030690"/>
              <a:gd name="connsiteY23" fmla="*/ 4293793 h 6858000"/>
              <a:gd name="connsiteX24" fmla="*/ 236165 w 8030690"/>
              <a:gd name="connsiteY24" fmla="*/ 4163491 h 6858000"/>
              <a:gd name="connsiteX25" fmla="*/ 241039 w 8030690"/>
              <a:gd name="connsiteY25" fmla="*/ 4031132 h 6858000"/>
              <a:gd name="connsiteX26" fmla="*/ 244233 w 8030690"/>
              <a:gd name="connsiteY26" fmla="*/ 3898087 h 6858000"/>
              <a:gd name="connsiteX27" fmla="*/ 247091 w 8030690"/>
              <a:gd name="connsiteY27" fmla="*/ 3762298 h 6858000"/>
              <a:gd name="connsiteX28" fmla="*/ 250116 w 8030690"/>
              <a:gd name="connsiteY28" fmla="*/ 3625138 h 6858000"/>
              <a:gd name="connsiteX29" fmla="*/ 252133 w 8030690"/>
              <a:gd name="connsiteY29" fmla="*/ 3485235 h 6858000"/>
              <a:gd name="connsiteX30" fmla="*/ 252133 w 8030690"/>
              <a:gd name="connsiteY30" fmla="*/ 3343960 h 6858000"/>
              <a:gd name="connsiteX31" fmla="*/ 253142 w 8030690"/>
              <a:gd name="connsiteY31" fmla="*/ 3201314 h 6858000"/>
              <a:gd name="connsiteX32" fmla="*/ 252133 w 8030690"/>
              <a:gd name="connsiteY32" fmla="*/ 3057296 h 6858000"/>
              <a:gd name="connsiteX33" fmla="*/ 250116 w 8030690"/>
              <a:gd name="connsiteY33" fmla="*/ 2911221 h 6858000"/>
              <a:gd name="connsiteX34" fmla="*/ 248267 w 8030690"/>
              <a:gd name="connsiteY34" fmla="*/ 2765145 h 6858000"/>
              <a:gd name="connsiteX35" fmla="*/ 244233 w 8030690"/>
              <a:gd name="connsiteY35" fmla="*/ 2617013 h 6858000"/>
              <a:gd name="connsiteX36" fmla="*/ 240031 w 8030690"/>
              <a:gd name="connsiteY36" fmla="*/ 2467508 h 6858000"/>
              <a:gd name="connsiteX37" fmla="*/ 235156 w 8030690"/>
              <a:gd name="connsiteY37" fmla="*/ 2318004 h 6858000"/>
              <a:gd name="connsiteX38" fmla="*/ 228265 w 8030690"/>
              <a:gd name="connsiteY38" fmla="*/ 2167128 h 6858000"/>
              <a:gd name="connsiteX39" fmla="*/ 220028 w 8030690"/>
              <a:gd name="connsiteY39" fmla="*/ 2014880 h 6858000"/>
              <a:gd name="connsiteX40" fmla="*/ 212128 w 8030690"/>
              <a:gd name="connsiteY40" fmla="*/ 1861947 h 6858000"/>
              <a:gd name="connsiteX41" fmla="*/ 202043 w 8030690"/>
              <a:gd name="connsiteY41" fmla="*/ 1709013 h 6858000"/>
              <a:gd name="connsiteX42" fmla="*/ 189940 w 8030690"/>
              <a:gd name="connsiteY42" fmla="*/ 1554023 h 6858000"/>
              <a:gd name="connsiteX43" fmla="*/ 177838 w 8030690"/>
              <a:gd name="connsiteY43" fmla="*/ 1401089 h 6858000"/>
              <a:gd name="connsiteX44" fmla="*/ 163886 w 8030690"/>
              <a:gd name="connsiteY44" fmla="*/ 1245413 h 6858000"/>
              <a:gd name="connsiteX45" fmla="*/ 148590 w 8030690"/>
              <a:gd name="connsiteY45" fmla="*/ 1089050 h 6858000"/>
              <a:gd name="connsiteX46" fmla="*/ 132454 w 8030690"/>
              <a:gd name="connsiteY46" fmla="*/ 934745 h 6858000"/>
              <a:gd name="connsiteX47" fmla="*/ 113628 w 8030690"/>
              <a:gd name="connsiteY47" fmla="*/ 778383 h 6858000"/>
              <a:gd name="connsiteX48" fmla="*/ 93457 w 8030690"/>
              <a:gd name="connsiteY48" fmla="*/ 622706 h 6858000"/>
              <a:gd name="connsiteX49" fmla="*/ 73454 w 8030690"/>
              <a:gd name="connsiteY49" fmla="*/ 466344 h 6858000"/>
              <a:gd name="connsiteX50" fmla="*/ 50090 w 8030690"/>
              <a:gd name="connsiteY50" fmla="*/ 310667 h 6858000"/>
              <a:gd name="connsiteX51" fmla="*/ 26222 w 8030690"/>
              <a:gd name="connsiteY51" fmla="*/ 15567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8030690" h="6858000">
                <a:moveTo>
                  <a:pt x="1176" y="0"/>
                </a:moveTo>
                <a:lnTo>
                  <a:pt x="1344715" y="0"/>
                </a:lnTo>
                <a:lnTo>
                  <a:pt x="1344715" y="0"/>
                </a:lnTo>
                <a:lnTo>
                  <a:pt x="8030690" y="0"/>
                </a:lnTo>
                <a:lnTo>
                  <a:pt x="8030690" y="6858000"/>
                </a:lnTo>
                <a:lnTo>
                  <a:pt x="477746" y="6858000"/>
                </a:lnTo>
                <a:lnTo>
                  <a:pt x="477746" y="6858000"/>
                </a:lnTo>
                <a:lnTo>
                  <a:pt x="0" y="6858000"/>
                </a:lnTo>
                <a:lnTo>
                  <a:pt x="5883" y="6817538"/>
                </a:lnTo>
                <a:lnTo>
                  <a:pt x="23196" y="6698894"/>
                </a:lnTo>
                <a:lnTo>
                  <a:pt x="35298" y="6612483"/>
                </a:lnTo>
                <a:lnTo>
                  <a:pt x="48073" y="6509613"/>
                </a:lnTo>
                <a:lnTo>
                  <a:pt x="63369" y="6387541"/>
                </a:lnTo>
                <a:lnTo>
                  <a:pt x="79506" y="6252438"/>
                </a:lnTo>
                <a:lnTo>
                  <a:pt x="96483" y="6100191"/>
                </a:lnTo>
                <a:lnTo>
                  <a:pt x="114468" y="5934227"/>
                </a:lnTo>
                <a:lnTo>
                  <a:pt x="132454" y="5753862"/>
                </a:lnTo>
                <a:lnTo>
                  <a:pt x="150775" y="5561838"/>
                </a:lnTo>
                <a:lnTo>
                  <a:pt x="167752" y="5354726"/>
                </a:lnTo>
                <a:lnTo>
                  <a:pt x="184057" y="5138013"/>
                </a:lnTo>
                <a:lnTo>
                  <a:pt x="198849" y="4908956"/>
                </a:lnTo>
                <a:lnTo>
                  <a:pt x="212968" y="4670298"/>
                </a:lnTo>
                <a:lnTo>
                  <a:pt x="226248" y="4421352"/>
                </a:lnTo>
                <a:lnTo>
                  <a:pt x="230954" y="4293793"/>
                </a:lnTo>
                <a:lnTo>
                  <a:pt x="236165" y="4163491"/>
                </a:lnTo>
                <a:lnTo>
                  <a:pt x="241039" y="4031132"/>
                </a:lnTo>
                <a:lnTo>
                  <a:pt x="244233" y="3898087"/>
                </a:lnTo>
                <a:lnTo>
                  <a:pt x="247091" y="3762298"/>
                </a:lnTo>
                <a:lnTo>
                  <a:pt x="250116" y="3625138"/>
                </a:lnTo>
                <a:lnTo>
                  <a:pt x="252133" y="3485235"/>
                </a:lnTo>
                <a:lnTo>
                  <a:pt x="252133" y="3343960"/>
                </a:lnTo>
                <a:lnTo>
                  <a:pt x="253142" y="3201314"/>
                </a:lnTo>
                <a:lnTo>
                  <a:pt x="252133" y="3057296"/>
                </a:lnTo>
                <a:lnTo>
                  <a:pt x="250116" y="2911221"/>
                </a:lnTo>
                <a:lnTo>
                  <a:pt x="248267" y="2765145"/>
                </a:lnTo>
                <a:lnTo>
                  <a:pt x="244233" y="2617013"/>
                </a:lnTo>
                <a:lnTo>
                  <a:pt x="240031" y="2467508"/>
                </a:lnTo>
                <a:lnTo>
                  <a:pt x="235156" y="2318004"/>
                </a:lnTo>
                <a:lnTo>
                  <a:pt x="228265" y="2167128"/>
                </a:lnTo>
                <a:lnTo>
                  <a:pt x="220028" y="2014880"/>
                </a:lnTo>
                <a:lnTo>
                  <a:pt x="212128" y="1861947"/>
                </a:lnTo>
                <a:lnTo>
                  <a:pt x="202043" y="1709013"/>
                </a:lnTo>
                <a:lnTo>
                  <a:pt x="189940" y="1554023"/>
                </a:lnTo>
                <a:lnTo>
                  <a:pt x="177838" y="1401089"/>
                </a:lnTo>
                <a:lnTo>
                  <a:pt x="163886" y="1245413"/>
                </a:lnTo>
                <a:lnTo>
                  <a:pt x="148590" y="1089050"/>
                </a:lnTo>
                <a:lnTo>
                  <a:pt x="132454" y="934745"/>
                </a:lnTo>
                <a:lnTo>
                  <a:pt x="113628" y="778383"/>
                </a:lnTo>
                <a:lnTo>
                  <a:pt x="93457" y="622706"/>
                </a:lnTo>
                <a:lnTo>
                  <a:pt x="73454" y="466344"/>
                </a:lnTo>
                <a:lnTo>
                  <a:pt x="50090" y="310667"/>
                </a:lnTo>
                <a:lnTo>
                  <a:pt x="26222" y="155676"/>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Freeform 11">
            <a:extLst>
              <a:ext uri="{FF2B5EF4-FFF2-40B4-BE49-F238E27FC236}">
                <a16:creationId xmlns:a16="http://schemas.microsoft.com/office/drawing/2014/main" id="{BDC58DEA-1307-4F44-AD47-E613D8B76A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961082" y="-1"/>
            <a:ext cx="419604"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p:nvSpPr>
          <p:cNvPr id="15" name="Rectangle 14">
            <a:extLst>
              <a:ext uri="{FF2B5EF4-FFF2-40B4-BE49-F238E27FC236}">
                <a16:creationId xmlns:a16="http://schemas.microsoft.com/office/drawing/2014/main" id="{C99B912D-1E4B-42AF-A2BE-CFEFEC916E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graphicFrame>
        <p:nvGraphicFramePr>
          <p:cNvPr id="5" name="Content Placeholder 2">
            <a:extLst>
              <a:ext uri="{FF2B5EF4-FFF2-40B4-BE49-F238E27FC236}">
                <a16:creationId xmlns:a16="http://schemas.microsoft.com/office/drawing/2014/main" id="{BC1E7285-4458-C2B6-B043-DE5E08AC6045}"/>
              </a:ext>
            </a:extLst>
          </p:cNvPr>
          <p:cNvGraphicFramePr>
            <a:graphicFrameLocks noGrp="1"/>
          </p:cNvGraphicFramePr>
          <p:nvPr>
            <p:ph idx="1"/>
            <p:extLst>
              <p:ext uri="{D42A27DB-BD31-4B8C-83A1-F6EECF244321}">
                <p14:modId xmlns:p14="http://schemas.microsoft.com/office/powerpoint/2010/main" val="1019352266"/>
              </p:ext>
            </p:extLst>
          </p:nvPr>
        </p:nvGraphicFramePr>
        <p:xfrm>
          <a:off x="3786187" y="1447800"/>
          <a:ext cx="4872038" cy="457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E78424C-6FD0-41F8-9CAA-5DC19C4235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4000" cy="6858001"/>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82891" y="1447800"/>
            <a:ext cx="2331469" cy="4572000"/>
          </a:xfrm>
        </p:spPr>
        <p:txBody>
          <a:bodyPr anchor="ctr">
            <a:normAutofit/>
          </a:bodyPr>
          <a:lstStyle/>
          <a:p>
            <a:pPr>
              <a:defRPr sz="3600" b="1"/>
            </a:pPr>
            <a:r>
              <a:rPr lang="en-US" sz="2800">
                <a:solidFill>
                  <a:srgbClr val="F2F2F2"/>
                </a:solidFill>
              </a:rPr>
              <a:t>Frontend Architecture (React)</a:t>
            </a:r>
          </a:p>
        </p:txBody>
      </p:sp>
      <p:sp>
        <p:nvSpPr>
          <p:cNvPr id="11" name="Freeform: Shape 10">
            <a:extLst>
              <a:ext uri="{FF2B5EF4-FFF2-40B4-BE49-F238E27FC236}">
                <a16:creationId xmlns:a16="http://schemas.microsoft.com/office/drawing/2014/main" id="{DD136760-57DC-4301-8BEA-B71AD2D139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20982" y="0"/>
            <a:ext cx="6023018" cy="6858000"/>
          </a:xfrm>
          <a:custGeom>
            <a:avLst/>
            <a:gdLst>
              <a:gd name="connsiteX0" fmla="*/ 1176 w 8030690"/>
              <a:gd name="connsiteY0" fmla="*/ 0 h 6858000"/>
              <a:gd name="connsiteX1" fmla="*/ 1344715 w 8030690"/>
              <a:gd name="connsiteY1" fmla="*/ 0 h 6858000"/>
              <a:gd name="connsiteX2" fmla="*/ 1344715 w 8030690"/>
              <a:gd name="connsiteY2" fmla="*/ 0 h 6858000"/>
              <a:gd name="connsiteX3" fmla="*/ 8030690 w 8030690"/>
              <a:gd name="connsiteY3" fmla="*/ 0 h 6858000"/>
              <a:gd name="connsiteX4" fmla="*/ 8030690 w 8030690"/>
              <a:gd name="connsiteY4" fmla="*/ 6858000 h 6858000"/>
              <a:gd name="connsiteX5" fmla="*/ 477746 w 8030690"/>
              <a:gd name="connsiteY5" fmla="*/ 6858000 h 6858000"/>
              <a:gd name="connsiteX6" fmla="*/ 477746 w 8030690"/>
              <a:gd name="connsiteY6" fmla="*/ 6858000 h 6858000"/>
              <a:gd name="connsiteX7" fmla="*/ 0 w 8030690"/>
              <a:gd name="connsiteY7" fmla="*/ 6858000 h 6858000"/>
              <a:gd name="connsiteX8" fmla="*/ 5883 w 8030690"/>
              <a:gd name="connsiteY8" fmla="*/ 6817538 h 6858000"/>
              <a:gd name="connsiteX9" fmla="*/ 23196 w 8030690"/>
              <a:gd name="connsiteY9" fmla="*/ 6698894 h 6858000"/>
              <a:gd name="connsiteX10" fmla="*/ 35298 w 8030690"/>
              <a:gd name="connsiteY10" fmla="*/ 6612483 h 6858000"/>
              <a:gd name="connsiteX11" fmla="*/ 48073 w 8030690"/>
              <a:gd name="connsiteY11" fmla="*/ 6509613 h 6858000"/>
              <a:gd name="connsiteX12" fmla="*/ 63369 w 8030690"/>
              <a:gd name="connsiteY12" fmla="*/ 6387541 h 6858000"/>
              <a:gd name="connsiteX13" fmla="*/ 79506 w 8030690"/>
              <a:gd name="connsiteY13" fmla="*/ 6252438 h 6858000"/>
              <a:gd name="connsiteX14" fmla="*/ 96483 w 8030690"/>
              <a:gd name="connsiteY14" fmla="*/ 6100191 h 6858000"/>
              <a:gd name="connsiteX15" fmla="*/ 114468 w 8030690"/>
              <a:gd name="connsiteY15" fmla="*/ 5934227 h 6858000"/>
              <a:gd name="connsiteX16" fmla="*/ 132454 w 8030690"/>
              <a:gd name="connsiteY16" fmla="*/ 5753862 h 6858000"/>
              <a:gd name="connsiteX17" fmla="*/ 150775 w 8030690"/>
              <a:gd name="connsiteY17" fmla="*/ 5561838 h 6858000"/>
              <a:gd name="connsiteX18" fmla="*/ 167752 w 8030690"/>
              <a:gd name="connsiteY18" fmla="*/ 5354726 h 6858000"/>
              <a:gd name="connsiteX19" fmla="*/ 184057 w 8030690"/>
              <a:gd name="connsiteY19" fmla="*/ 5138013 h 6858000"/>
              <a:gd name="connsiteX20" fmla="*/ 198849 w 8030690"/>
              <a:gd name="connsiteY20" fmla="*/ 4908956 h 6858000"/>
              <a:gd name="connsiteX21" fmla="*/ 212968 w 8030690"/>
              <a:gd name="connsiteY21" fmla="*/ 4670298 h 6858000"/>
              <a:gd name="connsiteX22" fmla="*/ 226248 w 8030690"/>
              <a:gd name="connsiteY22" fmla="*/ 4421352 h 6858000"/>
              <a:gd name="connsiteX23" fmla="*/ 230954 w 8030690"/>
              <a:gd name="connsiteY23" fmla="*/ 4293793 h 6858000"/>
              <a:gd name="connsiteX24" fmla="*/ 236165 w 8030690"/>
              <a:gd name="connsiteY24" fmla="*/ 4163491 h 6858000"/>
              <a:gd name="connsiteX25" fmla="*/ 241039 w 8030690"/>
              <a:gd name="connsiteY25" fmla="*/ 4031132 h 6858000"/>
              <a:gd name="connsiteX26" fmla="*/ 244233 w 8030690"/>
              <a:gd name="connsiteY26" fmla="*/ 3898087 h 6858000"/>
              <a:gd name="connsiteX27" fmla="*/ 247091 w 8030690"/>
              <a:gd name="connsiteY27" fmla="*/ 3762298 h 6858000"/>
              <a:gd name="connsiteX28" fmla="*/ 250116 w 8030690"/>
              <a:gd name="connsiteY28" fmla="*/ 3625138 h 6858000"/>
              <a:gd name="connsiteX29" fmla="*/ 252133 w 8030690"/>
              <a:gd name="connsiteY29" fmla="*/ 3485235 h 6858000"/>
              <a:gd name="connsiteX30" fmla="*/ 252133 w 8030690"/>
              <a:gd name="connsiteY30" fmla="*/ 3343960 h 6858000"/>
              <a:gd name="connsiteX31" fmla="*/ 253142 w 8030690"/>
              <a:gd name="connsiteY31" fmla="*/ 3201314 h 6858000"/>
              <a:gd name="connsiteX32" fmla="*/ 252133 w 8030690"/>
              <a:gd name="connsiteY32" fmla="*/ 3057296 h 6858000"/>
              <a:gd name="connsiteX33" fmla="*/ 250116 w 8030690"/>
              <a:gd name="connsiteY33" fmla="*/ 2911221 h 6858000"/>
              <a:gd name="connsiteX34" fmla="*/ 248267 w 8030690"/>
              <a:gd name="connsiteY34" fmla="*/ 2765145 h 6858000"/>
              <a:gd name="connsiteX35" fmla="*/ 244233 w 8030690"/>
              <a:gd name="connsiteY35" fmla="*/ 2617013 h 6858000"/>
              <a:gd name="connsiteX36" fmla="*/ 240031 w 8030690"/>
              <a:gd name="connsiteY36" fmla="*/ 2467508 h 6858000"/>
              <a:gd name="connsiteX37" fmla="*/ 235156 w 8030690"/>
              <a:gd name="connsiteY37" fmla="*/ 2318004 h 6858000"/>
              <a:gd name="connsiteX38" fmla="*/ 228265 w 8030690"/>
              <a:gd name="connsiteY38" fmla="*/ 2167128 h 6858000"/>
              <a:gd name="connsiteX39" fmla="*/ 220028 w 8030690"/>
              <a:gd name="connsiteY39" fmla="*/ 2014880 h 6858000"/>
              <a:gd name="connsiteX40" fmla="*/ 212128 w 8030690"/>
              <a:gd name="connsiteY40" fmla="*/ 1861947 h 6858000"/>
              <a:gd name="connsiteX41" fmla="*/ 202043 w 8030690"/>
              <a:gd name="connsiteY41" fmla="*/ 1709013 h 6858000"/>
              <a:gd name="connsiteX42" fmla="*/ 189940 w 8030690"/>
              <a:gd name="connsiteY42" fmla="*/ 1554023 h 6858000"/>
              <a:gd name="connsiteX43" fmla="*/ 177838 w 8030690"/>
              <a:gd name="connsiteY43" fmla="*/ 1401089 h 6858000"/>
              <a:gd name="connsiteX44" fmla="*/ 163886 w 8030690"/>
              <a:gd name="connsiteY44" fmla="*/ 1245413 h 6858000"/>
              <a:gd name="connsiteX45" fmla="*/ 148590 w 8030690"/>
              <a:gd name="connsiteY45" fmla="*/ 1089050 h 6858000"/>
              <a:gd name="connsiteX46" fmla="*/ 132454 w 8030690"/>
              <a:gd name="connsiteY46" fmla="*/ 934745 h 6858000"/>
              <a:gd name="connsiteX47" fmla="*/ 113628 w 8030690"/>
              <a:gd name="connsiteY47" fmla="*/ 778383 h 6858000"/>
              <a:gd name="connsiteX48" fmla="*/ 93457 w 8030690"/>
              <a:gd name="connsiteY48" fmla="*/ 622706 h 6858000"/>
              <a:gd name="connsiteX49" fmla="*/ 73454 w 8030690"/>
              <a:gd name="connsiteY49" fmla="*/ 466344 h 6858000"/>
              <a:gd name="connsiteX50" fmla="*/ 50090 w 8030690"/>
              <a:gd name="connsiteY50" fmla="*/ 310667 h 6858000"/>
              <a:gd name="connsiteX51" fmla="*/ 26222 w 8030690"/>
              <a:gd name="connsiteY51" fmla="*/ 15567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8030690" h="6858000">
                <a:moveTo>
                  <a:pt x="1176" y="0"/>
                </a:moveTo>
                <a:lnTo>
                  <a:pt x="1344715" y="0"/>
                </a:lnTo>
                <a:lnTo>
                  <a:pt x="1344715" y="0"/>
                </a:lnTo>
                <a:lnTo>
                  <a:pt x="8030690" y="0"/>
                </a:lnTo>
                <a:lnTo>
                  <a:pt x="8030690" y="6858000"/>
                </a:lnTo>
                <a:lnTo>
                  <a:pt x="477746" y="6858000"/>
                </a:lnTo>
                <a:lnTo>
                  <a:pt x="477746" y="6858000"/>
                </a:lnTo>
                <a:lnTo>
                  <a:pt x="0" y="6858000"/>
                </a:lnTo>
                <a:lnTo>
                  <a:pt x="5883" y="6817538"/>
                </a:lnTo>
                <a:lnTo>
                  <a:pt x="23196" y="6698894"/>
                </a:lnTo>
                <a:lnTo>
                  <a:pt x="35298" y="6612483"/>
                </a:lnTo>
                <a:lnTo>
                  <a:pt x="48073" y="6509613"/>
                </a:lnTo>
                <a:lnTo>
                  <a:pt x="63369" y="6387541"/>
                </a:lnTo>
                <a:lnTo>
                  <a:pt x="79506" y="6252438"/>
                </a:lnTo>
                <a:lnTo>
                  <a:pt x="96483" y="6100191"/>
                </a:lnTo>
                <a:lnTo>
                  <a:pt x="114468" y="5934227"/>
                </a:lnTo>
                <a:lnTo>
                  <a:pt x="132454" y="5753862"/>
                </a:lnTo>
                <a:lnTo>
                  <a:pt x="150775" y="5561838"/>
                </a:lnTo>
                <a:lnTo>
                  <a:pt x="167752" y="5354726"/>
                </a:lnTo>
                <a:lnTo>
                  <a:pt x="184057" y="5138013"/>
                </a:lnTo>
                <a:lnTo>
                  <a:pt x="198849" y="4908956"/>
                </a:lnTo>
                <a:lnTo>
                  <a:pt x="212968" y="4670298"/>
                </a:lnTo>
                <a:lnTo>
                  <a:pt x="226248" y="4421352"/>
                </a:lnTo>
                <a:lnTo>
                  <a:pt x="230954" y="4293793"/>
                </a:lnTo>
                <a:lnTo>
                  <a:pt x="236165" y="4163491"/>
                </a:lnTo>
                <a:lnTo>
                  <a:pt x="241039" y="4031132"/>
                </a:lnTo>
                <a:lnTo>
                  <a:pt x="244233" y="3898087"/>
                </a:lnTo>
                <a:lnTo>
                  <a:pt x="247091" y="3762298"/>
                </a:lnTo>
                <a:lnTo>
                  <a:pt x="250116" y="3625138"/>
                </a:lnTo>
                <a:lnTo>
                  <a:pt x="252133" y="3485235"/>
                </a:lnTo>
                <a:lnTo>
                  <a:pt x="252133" y="3343960"/>
                </a:lnTo>
                <a:lnTo>
                  <a:pt x="253142" y="3201314"/>
                </a:lnTo>
                <a:lnTo>
                  <a:pt x="252133" y="3057296"/>
                </a:lnTo>
                <a:lnTo>
                  <a:pt x="250116" y="2911221"/>
                </a:lnTo>
                <a:lnTo>
                  <a:pt x="248267" y="2765145"/>
                </a:lnTo>
                <a:lnTo>
                  <a:pt x="244233" y="2617013"/>
                </a:lnTo>
                <a:lnTo>
                  <a:pt x="240031" y="2467508"/>
                </a:lnTo>
                <a:lnTo>
                  <a:pt x="235156" y="2318004"/>
                </a:lnTo>
                <a:lnTo>
                  <a:pt x="228265" y="2167128"/>
                </a:lnTo>
                <a:lnTo>
                  <a:pt x="220028" y="2014880"/>
                </a:lnTo>
                <a:lnTo>
                  <a:pt x="212128" y="1861947"/>
                </a:lnTo>
                <a:lnTo>
                  <a:pt x="202043" y="1709013"/>
                </a:lnTo>
                <a:lnTo>
                  <a:pt x="189940" y="1554023"/>
                </a:lnTo>
                <a:lnTo>
                  <a:pt x="177838" y="1401089"/>
                </a:lnTo>
                <a:lnTo>
                  <a:pt x="163886" y="1245413"/>
                </a:lnTo>
                <a:lnTo>
                  <a:pt x="148590" y="1089050"/>
                </a:lnTo>
                <a:lnTo>
                  <a:pt x="132454" y="934745"/>
                </a:lnTo>
                <a:lnTo>
                  <a:pt x="113628" y="778383"/>
                </a:lnTo>
                <a:lnTo>
                  <a:pt x="93457" y="622706"/>
                </a:lnTo>
                <a:lnTo>
                  <a:pt x="73454" y="466344"/>
                </a:lnTo>
                <a:lnTo>
                  <a:pt x="50090" y="310667"/>
                </a:lnTo>
                <a:lnTo>
                  <a:pt x="26222" y="155676"/>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Freeform 11">
            <a:extLst>
              <a:ext uri="{FF2B5EF4-FFF2-40B4-BE49-F238E27FC236}">
                <a16:creationId xmlns:a16="http://schemas.microsoft.com/office/drawing/2014/main" id="{BDC58DEA-1307-4F44-AD47-E613D8B76A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961082" y="-1"/>
            <a:ext cx="419604"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p:nvSpPr>
          <p:cNvPr id="15" name="Rectangle 14">
            <a:extLst>
              <a:ext uri="{FF2B5EF4-FFF2-40B4-BE49-F238E27FC236}">
                <a16:creationId xmlns:a16="http://schemas.microsoft.com/office/drawing/2014/main" id="{C99B912D-1E4B-42AF-A2BE-CFEFEC916E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graphicFrame>
        <p:nvGraphicFramePr>
          <p:cNvPr id="5" name="Content Placeholder 2">
            <a:extLst>
              <a:ext uri="{FF2B5EF4-FFF2-40B4-BE49-F238E27FC236}">
                <a16:creationId xmlns:a16="http://schemas.microsoft.com/office/drawing/2014/main" id="{05E0BDA7-71E9-E4A4-BA84-B15A98EBF812}"/>
              </a:ext>
            </a:extLst>
          </p:cNvPr>
          <p:cNvGraphicFramePr>
            <a:graphicFrameLocks noGrp="1"/>
          </p:cNvGraphicFramePr>
          <p:nvPr>
            <p:ph idx="1"/>
            <p:extLst>
              <p:ext uri="{D42A27DB-BD31-4B8C-83A1-F6EECF244321}">
                <p14:modId xmlns:p14="http://schemas.microsoft.com/office/powerpoint/2010/main" val="3128347534"/>
              </p:ext>
            </p:extLst>
          </p:nvPr>
        </p:nvGraphicFramePr>
        <p:xfrm>
          <a:off x="3786187" y="1447800"/>
          <a:ext cx="4872038" cy="457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BE6F9A3-300E-47F5-B41C-C8C5E758DE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86696" y="1063417"/>
            <a:ext cx="2629122" cy="4675396"/>
          </a:xfrm>
        </p:spPr>
        <p:txBody>
          <a:bodyPr anchor="ctr">
            <a:normAutofit/>
          </a:bodyPr>
          <a:lstStyle/>
          <a:p>
            <a:pPr>
              <a:defRPr sz="3600" b="1"/>
            </a:pPr>
            <a:r>
              <a:rPr lang="en-US" sz="3600">
                <a:solidFill>
                  <a:srgbClr val="F2F2F2"/>
                </a:solidFill>
              </a:rPr>
              <a:t>Backend API (Express)</a:t>
            </a:r>
          </a:p>
        </p:txBody>
      </p:sp>
      <p:sp>
        <p:nvSpPr>
          <p:cNvPr id="11" name="Rectangle 10">
            <a:extLst>
              <a:ext uri="{FF2B5EF4-FFF2-40B4-BE49-F238E27FC236}">
                <a16:creationId xmlns:a16="http://schemas.microsoft.com/office/drawing/2014/main" id="{61B4701B-39FE-43B8-86AA-D6B8789C22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79292" y="0"/>
            <a:ext cx="5664708"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Rounded Rectangle 9">
            <a:extLst>
              <a:ext uri="{FF2B5EF4-FFF2-40B4-BE49-F238E27FC236}">
                <a16:creationId xmlns:a16="http://schemas.microsoft.com/office/drawing/2014/main" id="{E9A7EF13-49FA-4355-971A-34B065F350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42766" y="484632"/>
            <a:ext cx="4938073" cy="5739187"/>
          </a:xfrm>
          <a:prstGeom prst="roundRect">
            <a:avLst>
              <a:gd name="adj" fmla="val 0"/>
            </a:avLst>
          </a:prstGeom>
          <a:ln w="12700" cap="sq">
            <a:solidFill>
              <a:schemeClr val="bg1">
                <a:lumMod val="75000"/>
              </a:schemeClr>
            </a:solidFill>
            <a:miter lim="800000"/>
          </a:ln>
          <a:effectLst>
            <a:outerShdw blurRad="63500" dist="25400" dir="5400000" algn="tl" rotWithShape="0">
              <a:srgbClr val="000000">
                <a:alpha val="3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92CF3C3E-0F7B-4F0C-8EBD-BDD38E9C66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31836"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graphicFrame>
        <p:nvGraphicFramePr>
          <p:cNvPr id="5" name="Content Placeholder 2">
            <a:extLst>
              <a:ext uri="{FF2B5EF4-FFF2-40B4-BE49-F238E27FC236}">
                <a16:creationId xmlns:a16="http://schemas.microsoft.com/office/drawing/2014/main" id="{B41544EE-6EFB-D4C2-FF79-9223AF0AB316}"/>
              </a:ext>
            </a:extLst>
          </p:cNvPr>
          <p:cNvGraphicFramePr>
            <a:graphicFrameLocks noGrp="1"/>
          </p:cNvGraphicFramePr>
          <p:nvPr>
            <p:ph idx="1"/>
            <p:extLst>
              <p:ext uri="{D42A27DB-BD31-4B8C-83A1-F6EECF244321}">
                <p14:modId xmlns:p14="http://schemas.microsoft.com/office/powerpoint/2010/main" val="4150295935"/>
              </p:ext>
            </p:extLst>
          </p:nvPr>
        </p:nvGraphicFramePr>
        <p:xfrm>
          <a:off x="4206478" y="965200"/>
          <a:ext cx="4211240" cy="477361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BE6F9A3-300E-47F5-B41C-C8C5E758DE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86696" y="1063417"/>
            <a:ext cx="2629122" cy="4675396"/>
          </a:xfrm>
        </p:spPr>
        <p:txBody>
          <a:bodyPr anchor="ctr">
            <a:normAutofit/>
          </a:bodyPr>
          <a:lstStyle/>
          <a:p>
            <a:pPr>
              <a:defRPr sz="3600" b="1"/>
            </a:pPr>
            <a:r>
              <a:rPr lang="en-US" sz="3300">
                <a:solidFill>
                  <a:srgbClr val="F2F2F2"/>
                </a:solidFill>
              </a:rPr>
              <a:t>Database (MongoDB + Mongoose)</a:t>
            </a:r>
          </a:p>
        </p:txBody>
      </p:sp>
      <p:sp>
        <p:nvSpPr>
          <p:cNvPr id="11" name="Rectangle 10">
            <a:extLst>
              <a:ext uri="{FF2B5EF4-FFF2-40B4-BE49-F238E27FC236}">
                <a16:creationId xmlns:a16="http://schemas.microsoft.com/office/drawing/2014/main" id="{61B4701B-39FE-43B8-86AA-D6B8789C22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79292" y="0"/>
            <a:ext cx="5664708"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Rounded Rectangle 9">
            <a:extLst>
              <a:ext uri="{FF2B5EF4-FFF2-40B4-BE49-F238E27FC236}">
                <a16:creationId xmlns:a16="http://schemas.microsoft.com/office/drawing/2014/main" id="{E9A7EF13-49FA-4355-971A-34B065F350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42766" y="484632"/>
            <a:ext cx="4938073" cy="5739187"/>
          </a:xfrm>
          <a:prstGeom prst="roundRect">
            <a:avLst>
              <a:gd name="adj" fmla="val 0"/>
            </a:avLst>
          </a:prstGeom>
          <a:ln w="12700" cap="sq">
            <a:solidFill>
              <a:schemeClr val="bg1">
                <a:lumMod val="75000"/>
              </a:schemeClr>
            </a:solidFill>
            <a:miter lim="800000"/>
          </a:ln>
          <a:effectLst>
            <a:outerShdw blurRad="63500" dist="25400" dir="5400000" algn="tl" rotWithShape="0">
              <a:srgbClr val="000000">
                <a:alpha val="3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92CF3C3E-0F7B-4F0C-8EBD-BDD38E9C66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31836"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graphicFrame>
        <p:nvGraphicFramePr>
          <p:cNvPr id="5" name="Content Placeholder 2">
            <a:extLst>
              <a:ext uri="{FF2B5EF4-FFF2-40B4-BE49-F238E27FC236}">
                <a16:creationId xmlns:a16="http://schemas.microsoft.com/office/drawing/2014/main" id="{AA31933F-4682-CA97-2CD7-411368B7DA71}"/>
              </a:ext>
            </a:extLst>
          </p:cNvPr>
          <p:cNvGraphicFramePr>
            <a:graphicFrameLocks noGrp="1"/>
          </p:cNvGraphicFramePr>
          <p:nvPr>
            <p:ph idx="1"/>
            <p:extLst>
              <p:ext uri="{D42A27DB-BD31-4B8C-83A1-F6EECF244321}">
                <p14:modId xmlns:p14="http://schemas.microsoft.com/office/powerpoint/2010/main" val="1429689652"/>
              </p:ext>
            </p:extLst>
          </p:nvPr>
        </p:nvGraphicFramePr>
        <p:xfrm>
          <a:off x="4206478" y="965200"/>
          <a:ext cx="4211240" cy="477361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4E78424C-6FD0-41F8-9CAA-5DC19C4235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4000" cy="6858001"/>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82891" y="1447800"/>
            <a:ext cx="2331469" cy="4572000"/>
          </a:xfrm>
        </p:spPr>
        <p:txBody>
          <a:bodyPr anchor="ctr">
            <a:normAutofit/>
          </a:bodyPr>
          <a:lstStyle/>
          <a:p>
            <a:pPr>
              <a:defRPr sz="3600" b="1"/>
            </a:pPr>
            <a:r>
              <a:rPr lang="en-US" sz="2800">
                <a:solidFill>
                  <a:srgbClr val="F2F2F2"/>
                </a:solidFill>
              </a:rPr>
              <a:t>How Everything Connects</a:t>
            </a:r>
          </a:p>
        </p:txBody>
      </p:sp>
      <p:sp>
        <p:nvSpPr>
          <p:cNvPr id="18" name="Freeform: Shape 17">
            <a:extLst>
              <a:ext uri="{FF2B5EF4-FFF2-40B4-BE49-F238E27FC236}">
                <a16:creationId xmlns:a16="http://schemas.microsoft.com/office/drawing/2014/main" id="{DD136760-57DC-4301-8BEA-B71AD2D139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20982" y="0"/>
            <a:ext cx="6023018" cy="6858000"/>
          </a:xfrm>
          <a:custGeom>
            <a:avLst/>
            <a:gdLst>
              <a:gd name="connsiteX0" fmla="*/ 1176 w 8030690"/>
              <a:gd name="connsiteY0" fmla="*/ 0 h 6858000"/>
              <a:gd name="connsiteX1" fmla="*/ 1344715 w 8030690"/>
              <a:gd name="connsiteY1" fmla="*/ 0 h 6858000"/>
              <a:gd name="connsiteX2" fmla="*/ 1344715 w 8030690"/>
              <a:gd name="connsiteY2" fmla="*/ 0 h 6858000"/>
              <a:gd name="connsiteX3" fmla="*/ 8030690 w 8030690"/>
              <a:gd name="connsiteY3" fmla="*/ 0 h 6858000"/>
              <a:gd name="connsiteX4" fmla="*/ 8030690 w 8030690"/>
              <a:gd name="connsiteY4" fmla="*/ 6858000 h 6858000"/>
              <a:gd name="connsiteX5" fmla="*/ 477746 w 8030690"/>
              <a:gd name="connsiteY5" fmla="*/ 6858000 h 6858000"/>
              <a:gd name="connsiteX6" fmla="*/ 477746 w 8030690"/>
              <a:gd name="connsiteY6" fmla="*/ 6858000 h 6858000"/>
              <a:gd name="connsiteX7" fmla="*/ 0 w 8030690"/>
              <a:gd name="connsiteY7" fmla="*/ 6858000 h 6858000"/>
              <a:gd name="connsiteX8" fmla="*/ 5883 w 8030690"/>
              <a:gd name="connsiteY8" fmla="*/ 6817538 h 6858000"/>
              <a:gd name="connsiteX9" fmla="*/ 23196 w 8030690"/>
              <a:gd name="connsiteY9" fmla="*/ 6698894 h 6858000"/>
              <a:gd name="connsiteX10" fmla="*/ 35298 w 8030690"/>
              <a:gd name="connsiteY10" fmla="*/ 6612483 h 6858000"/>
              <a:gd name="connsiteX11" fmla="*/ 48073 w 8030690"/>
              <a:gd name="connsiteY11" fmla="*/ 6509613 h 6858000"/>
              <a:gd name="connsiteX12" fmla="*/ 63369 w 8030690"/>
              <a:gd name="connsiteY12" fmla="*/ 6387541 h 6858000"/>
              <a:gd name="connsiteX13" fmla="*/ 79506 w 8030690"/>
              <a:gd name="connsiteY13" fmla="*/ 6252438 h 6858000"/>
              <a:gd name="connsiteX14" fmla="*/ 96483 w 8030690"/>
              <a:gd name="connsiteY14" fmla="*/ 6100191 h 6858000"/>
              <a:gd name="connsiteX15" fmla="*/ 114468 w 8030690"/>
              <a:gd name="connsiteY15" fmla="*/ 5934227 h 6858000"/>
              <a:gd name="connsiteX16" fmla="*/ 132454 w 8030690"/>
              <a:gd name="connsiteY16" fmla="*/ 5753862 h 6858000"/>
              <a:gd name="connsiteX17" fmla="*/ 150775 w 8030690"/>
              <a:gd name="connsiteY17" fmla="*/ 5561838 h 6858000"/>
              <a:gd name="connsiteX18" fmla="*/ 167752 w 8030690"/>
              <a:gd name="connsiteY18" fmla="*/ 5354726 h 6858000"/>
              <a:gd name="connsiteX19" fmla="*/ 184057 w 8030690"/>
              <a:gd name="connsiteY19" fmla="*/ 5138013 h 6858000"/>
              <a:gd name="connsiteX20" fmla="*/ 198849 w 8030690"/>
              <a:gd name="connsiteY20" fmla="*/ 4908956 h 6858000"/>
              <a:gd name="connsiteX21" fmla="*/ 212968 w 8030690"/>
              <a:gd name="connsiteY21" fmla="*/ 4670298 h 6858000"/>
              <a:gd name="connsiteX22" fmla="*/ 226248 w 8030690"/>
              <a:gd name="connsiteY22" fmla="*/ 4421352 h 6858000"/>
              <a:gd name="connsiteX23" fmla="*/ 230954 w 8030690"/>
              <a:gd name="connsiteY23" fmla="*/ 4293793 h 6858000"/>
              <a:gd name="connsiteX24" fmla="*/ 236165 w 8030690"/>
              <a:gd name="connsiteY24" fmla="*/ 4163491 h 6858000"/>
              <a:gd name="connsiteX25" fmla="*/ 241039 w 8030690"/>
              <a:gd name="connsiteY25" fmla="*/ 4031132 h 6858000"/>
              <a:gd name="connsiteX26" fmla="*/ 244233 w 8030690"/>
              <a:gd name="connsiteY26" fmla="*/ 3898087 h 6858000"/>
              <a:gd name="connsiteX27" fmla="*/ 247091 w 8030690"/>
              <a:gd name="connsiteY27" fmla="*/ 3762298 h 6858000"/>
              <a:gd name="connsiteX28" fmla="*/ 250116 w 8030690"/>
              <a:gd name="connsiteY28" fmla="*/ 3625138 h 6858000"/>
              <a:gd name="connsiteX29" fmla="*/ 252133 w 8030690"/>
              <a:gd name="connsiteY29" fmla="*/ 3485235 h 6858000"/>
              <a:gd name="connsiteX30" fmla="*/ 252133 w 8030690"/>
              <a:gd name="connsiteY30" fmla="*/ 3343960 h 6858000"/>
              <a:gd name="connsiteX31" fmla="*/ 253142 w 8030690"/>
              <a:gd name="connsiteY31" fmla="*/ 3201314 h 6858000"/>
              <a:gd name="connsiteX32" fmla="*/ 252133 w 8030690"/>
              <a:gd name="connsiteY32" fmla="*/ 3057296 h 6858000"/>
              <a:gd name="connsiteX33" fmla="*/ 250116 w 8030690"/>
              <a:gd name="connsiteY33" fmla="*/ 2911221 h 6858000"/>
              <a:gd name="connsiteX34" fmla="*/ 248267 w 8030690"/>
              <a:gd name="connsiteY34" fmla="*/ 2765145 h 6858000"/>
              <a:gd name="connsiteX35" fmla="*/ 244233 w 8030690"/>
              <a:gd name="connsiteY35" fmla="*/ 2617013 h 6858000"/>
              <a:gd name="connsiteX36" fmla="*/ 240031 w 8030690"/>
              <a:gd name="connsiteY36" fmla="*/ 2467508 h 6858000"/>
              <a:gd name="connsiteX37" fmla="*/ 235156 w 8030690"/>
              <a:gd name="connsiteY37" fmla="*/ 2318004 h 6858000"/>
              <a:gd name="connsiteX38" fmla="*/ 228265 w 8030690"/>
              <a:gd name="connsiteY38" fmla="*/ 2167128 h 6858000"/>
              <a:gd name="connsiteX39" fmla="*/ 220028 w 8030690"/>
              <a:gd name="connsiteY39" fmla="*/ 2014880 h 6858000"/>
              <a:gd name="connsiteX40" fmla="*/ 212128 w 8030690"/>
              <a:gd name="connsiteY40" fmla="*/ 1861947 h 6858000"/>
              <a:gd name="connsiteX41" fmla="*/ 202043 w 8030690"/>
              <a:gd name="connsiteY41" fmla="*/ 1709013 h 6858000"/>
              <a:gd name="connsiteX42" fmla="*/ 189940 w 8030690"/>
              <a:gd name="connsiteY42" fmla="*/ 1554023 h 6858000"/>
              <a:gd name="connsiteX43" fmla="*/ 177838 w 8030690"/>
              <a:gd name="connsiteY43" fmla="*/ 1401089 h 6858000"/>
              <a:gd name="connsiteX44" fmla="*/ 163886 w 8030690"/>
              <a:gd name="connsiteY44" fmla="*/ 1245413 h 6858000"/>
              <a:gd name="connsiteX45" fmla="*/ 148590 w 8030690"/>
              <a:gd name="connsiteY45" fmla="*/ 1089050 h 6858000"/>
              <a:gd name="connsiteX46" fmla="*/ 132454 w 8030690"/>
              <a:gd name="connsiteY46" fmla="*/ 934745 h 6858000"/>
              <a:gd name="connsiteX47" fmla="*/ 113628 w 8030690"/>
              <a:gd name="connsiteY47" fmla="*/ 778383 h 6858000"/>
              <a:gd name="connsiteX48" fmla="*/ 93457 w 8030690"/>
              <a:gd name="connsiteY48" fmla="*/ 622706 h 6858000"/>
              <a:gd name="connsiteX49" fmla="*/ 73454 w 8030690"/>
              <a:gd name="connsiteY49" fmla="*/ 466344 h 6858000"/>
              <a:gd name="connsiteX50" fmla="*/ 50090 w 8030690"/>
              <a:gd name="connsiteY50" fmla="*/ 310667 h 6858000"/>
              <a:gd name="connsiteX51" fmla="*/ 26222 w 8030690"/>
              <a:gd name="connsiteY51" fmla="*/ 15567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8030690" h="6858000">
                <a:moveTo>
                  <a:pt x="1176" y="0"/>
                </a:moveTo>
                <a:lnTo>
                  <a:pt x="1344715" y="0"/>
                </a:lnTo>
                <a:lnTo>
                  <a:pt x="1344715" y="0"/>
                </a:lnTo>
                <a:lnTo>
                  <a:pt x="8030690" y="0"/>
                </a:lnTo>
                <a:lnTo>
                  <a:pt x="8030690" y="6858000"/>
                </a:lnTo>
                <a:lnTo>
                  <a:pt x="477746" y="6858000"/>
                </a:lnTo>
                <a:lnTo>
                  <a:pt x="477746" y="6858000"/>
                </a:lnTo>
                <a:lnTo>
                  <a:pt x="0" y="6858000"/>
                </a:lnTo>
                <a:lnTo>
                  <a:pt x="5883" y="6817538"/>
                </a:lnTo>
                <a:lnTo>
                  <a:pt x="23196" y="6698894"/>
                </a:lnTo>
                <a:lnTo>
                  <a:pt x="35298" y="6612483"/>
                </a:lnTo>
                <a:lnTo>
                  <a:pt x="48073" y="6509613"/>
                </a:lnTo>
                <a:lnTo>
                  <a:pt x="63369" y="6387541"/>
                </a:lnTo>
                <a:lnTo>
                  <a:pt x="79506" y="6252438"/>
                </a:lnTo>
                <a:lnTo>
                  <a:pt x="96483" y="6100191"/>
                </a:lnTo>
                <a:lnTo>
                  <a:pt x="114468" y="5934227"/>
                </a:lnTo>
                <a:lnTo>
                  <a:pt x="132454" y="5753862"/>
                </a:lnTo>
                <a:lnTo>
                  <a:pt x="150775" y="5561838"/>
                </a:lnTo>
                <a:lnTo>
                  <a:pt x="167752" y="5354726"/>
                </a:lnTo>
                <a:lnTo>
                  <a:pt x="184057" y="5138013"/>
                </a:lnTo>
                <a:lnTo>
                  <a:pt x="198849" y="4908956"/>
                </a:lnTo>
                <a:lnTo>
                  <a:pt x="212968" y="4670298"/>
                </a:lnTo>
                <a:lnTo>
                  <a:pt x="226248" y="4421352"/>
                </a:lnTo>
                <a:lnTo>
                  <a:pt x="230954" y="4293793"/>
                </a:lnTo>
                <a:lnTo>
                  <a:pt x="236165" y="4163491"/>
                </a:lnTo>
                <a:lnTo>
                  <a:pt x="241039" y="4031132"/>
                </a:lnTo>
                <a:lnTo>
                  <a:pt x="244233" y="3898087"/>
                </a:lnTo>
                <a:lnTo>
                  <a:pt x="247091" y="3762298"/>
                </a:lnTo>
                <a:lnTo>
                  <a:pt x="250116" y="3625138"/>
                </a:lnTo>
                <a:lnTo>
                  <a:pt x="252133" y="3485235"/>
                </a:lnTo>
                <a:lnTo>
                  <a:pt x="252133" y="3343960"/>
                </a:lnTo>
                <a:lnTo>
                  <a:pt x="253142" y="3201314"/>
                </a:lnTo>
                <a:lnTo>
                  <a:pt x="252133" y="3057296"/>
                </a:lnTo>
                <a:lnTo>
                  <a:pt x="250116" y="2911221"/>
                </a:lnTo>
                <a:lnTo>
                  <a:pt x="248267" y="2765145"/>
                </a:lnTo>
                <a:lnTo>
                  <a:pt x="244233" y="2617013"/>
                </a:lnTo>
                <a:lnTo>
                  <a:pt x="240031" y="2467508"/>
                </a:lnTo>
                <a:lnTo>
                  <a:pt x="235156" y="2318004"/>
                </a:lnTo>
                <a:lnTo>
                  <a:pt x="228265" y="2167128"/>
                </a:lnTo>
                <a:lnTo>
                  <a:pt x="220028" y="2014880"/>
                </a:lnTo>
                <a:lnTo>
                  <a:pt x="212128" y="1861947"/>
                </a:lnTo>
                <a:lnTo>
                  <a:pt x="202043" y="1709013"/>
                </a:lnTo>
                <a:lnTo>
                  <a:pt x="189940" y="1554023"/>
                </a:lnTo>
                <a:lnTo>
                  <a:pt x="177838" y="1401089"/>
                </a:lnTo>
                <a:lnTo>
                  <a:pt x="163886" y="1245413"/>
                </a:lnTo>
                <a:lnTo>
                  <a:pt x="148590" y="1089050"/>
                </a:lnTo>
                <a:lnTo>
                  <a:pt x="132454" y="934745"/>
                </a:lnTo>
                <a:lnTo>
                  <a:pt x="113628" y="778383"/>
                </a:lnTo>
                <a:lnTo>
                  <a:pt x="93457" y="622706"/>
                </a:lnTo>
                <a:lnTo>
                  <a:pt x="73454" y="466344"/>
                </a:lnTo>
                <a:lnTo>
                  <a:pt x="50090" y="310667"/>
                </a:lnTo>
                <a:lnTo>
                  <a:pt x="26222" y="155676"/>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11">
            <a:extLst>
              <a:ext uri="{FF2B5EF4-FFF2-40B4-BE49-F238E27FC236}">
                <a16:creationId xmlns:a16="http://schemas.microsoft.com/office/drawing/2014/main" id="{BDC58DEA-1307-4F44-AD47-E613D8B76A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961082" y="-1"/>
            <a:ext cx="419604"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p:nvSpPr>
          <p:cNvPr id="20" name="Rectangle 19">
            <a:extLst>
              <a:ext uri="{FF2B5EF4-FFF2-40B4-BE49-F238E27FC236}">
                <a16:creationId xmlns:a16="http://schemas.microsoft.com/office/drawing/2014/main" id="{C99B912D-1E4B-42AF-A2BE-CFEFEC916E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graphicFrame>
        <p:nvGraphicFramePr>
          <p:cNvPr id="21" name="Content Placeholder 2">
            <a:extLst>
              <a:ext uri="{FF2B5EF4-FFF2-40B4-BE49-F238E27FC236}">
                <a16:creationId xmlns:a16="http://schemas.microsoft.com/office/drawing/2014/main" id="{A5053983-25A1-C0F7-2C18-D97F93CB8E66}"/>
              </a:ext>
            </a:extLst>
          </p:cNvPr>
          <p:cNvGraphicFramePr>
            <a:graphicFrameLocks noGrp="1"/>
          </p:cNvGraphicFramePr>
          <p:nvPr>
            <p:ph idx="1"/>
            <p:extLst>
              <p:ext uri="{D42A27DB-BD31-4B8C-83A1-F6EECF244321}">
                <p14:modId xmlns:p14="http://schemas.microsoft.com/office/powerpoint/2010/main" val="3040690726"/>
              </p:ext>
            </p:extLst>
          </p:nvPr>
        </p:nvGraphicFramePr>
        <p:xfrm>
          <a:off x="3786187" y="1447800"/>
          <a:ext cx="4872038" cy="457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BE6F9A3-300E-47F5-B41C-C8C5E758DE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86696" y="1063417"/>
            <a:ext cx="2629122" cy="4675396"/>
          </a:xfrm>
        </p:spPr>
        <p:txBody>
          <a:bodyPr anchor="ctr">
            <a:normAutofit/>
          </a:bodyPr>
          <a:lstStyle/>
          <a:p>
            <a:pPr>
              <a:defRPr sz="3600" b="1"/>
            </a:pPr>
            <a:r>
              <a:rPr lang="en-US" sz="3600">
                <a:solidFill>
                  <a:srgbClr val="F2F2F2"/>
                </a:solidFill>
              </a:rPr>
              <a:t>Team Roles</a:t>
            </a:r>
          </a:p>
        </p:txBody>
      </p:sp>
      <p:sp>
        <p:nvSpPr>
          <p:cNvPr id="11" name="Rectangle 10">
            <a:extLst>
              <a:ext uri="{FF2B5EF4-FFF2-40B4-BE49-F238E27FC236}">
                <a16:creationId xmlns:a16="http://schemas.microsoft.com/office/drawing/2014/main" id="{61B4701B-39FE-43B8-86AA-D6B8789C22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79292" y="0"/>
            <a:ext cx="5664708"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Rounded Rectangle 9">
            <a:extLst>
              <a:ext uri="{FF2B5EF4-FFF2-40B4-BE49-F238E27FC236}">
                <a16:creationId xmlns:a16="http://schemas.microsoft.com/office/drawing/2014/main" id="{E9A7EF13-49FA-4355-971A-34B065F350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42766" y="484632"/>
            <a:ext cx="4938073" cy="5739187"/>
          </a:xfrm>
          <a:prstGeom prst="roundRect">
            <a:avLst>
              <a:gd name="adj" fmla="val 0"/>
            </a:avLst>
          </a:prstGeom>
          <a:ln w="12700" cap="sq">
            <a:solidFill>
              <a:schemeClr val="bg1">
                <a:lumMod val="75000"/>
              </a:schemeClr>
            </a:solidFill>
            <a:miter lim="800000"/>
          </a:ln>
          <a:effectLst>
            <a:outerShdw blurRad="63500" dist="25400" dir="5400000" algn="tl" rotWithShape="0">
              <a:srgbClr val="000000">
                <a:alpha val="3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92CF3C3E-0F7B-4F0C-8EBD-BDD38E9C66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31836"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graphicFrame>
        <p:nvGraphicFramePr>
          <p:cNvPr id="5" name="Content Placeholder 2">
            <a:extLst>
              <a:ext uri="{FF2B5EF4-FFF2-40B4-BE49-F238E27FC236}">
                <a16:creationId xmlns:a16="http://schemas.microsoft.com/office/drawing/2014/main" id="{0D517CEE-5461-B034-1A93-470C91D1C7C2}"/>
              </a:ext>
            </a:extLst>
          </p:cNvPr>
          <p:cNvGraphicFramePr>
            <a:graphicFrameLocks noGrp="1"/>
          </p:cNvGraphicFramePr>
          <p:nvPr>
            <p:ph idx="1"/>
            <p:extLst>
              <p:ext uri="{D42A27DB-BD31-4B8C-83A1-F6EECF244321}">
                <p14:modId xmlns:p14="http://schemas.microsoft.com/office/powerpoint/2010/main" val="716833752"/>
              </p:ext>
            </p:extLst>
          </p:nvPr>
        </p:nvGraphicFramePr>
        <p:xfrm>
          <a:off x="4206478" y="965200"/>
          <a:ext cx="4211240" cy="477361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overrideClrMapping bg1="lt1" tx1="dk1" bg2="lt2" tx2="dk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BE6F9A3-300E-47F5-B41C-C8C5E758DE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86696" y="1063417"/>
            <a:ext cx="2629122" cy="4675396"/>
          </a:xfrm>
        </p:spPr>
        <p:txBody>
          <a:bodyPr anchor="ctr">
            <a:normAutofit/>
          </a:bodyPr>
          <a:lstStyle/>
          <a:p>
            <a:pPr>
              <a:defRPr sz="3600" b="1"/>
            </a:pPr>
            <a:r>
              <a:rPr lang="en-US" sz="3600">
                <a:solidFill>
                  <a:srgbClr val="F2F2F2"/>
                </a:solidFill>
              </a:rPr>
              <a:t>Project Timeline</a:t>
            </a:r>
          </a:p>
        </p:txBody>
      </p:sp>
      <p:sp>
        <p:nvSpPr>
          <p:cNvPr id="11" name="Rectangle 10">
            <a:extLst>
              <a:ext uri="{FF2B5EF4-FFF2-40B4-BE49-F238E27FC236}">
                <a16:creationId xmlns:a16="http://schemas.microsoft.com/office/drawing/2014/main" id="{61B4701B-39FE-43B8-86AA-D6B8789C22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79292" y="0"/>
            <a:ext cx="5664708"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Rounded Rectangle 9">
            <a:extLst>
              <a:ext uri="{FF2B5EF4-FFF2-40B4-BE49-F238E27FC236}">
                <a16:creationId xmlns:a16="http://schemas.microsoft.com/office/drawing/2014/main" id="{E9A7EF13-49FA-4355-971A-34B065F350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42766" y="484632"/>
            <a:ext cx="4938073" cy="5739187"/>
          </a:xfrm>
          <a:prstGeom prst="roundRect">
            <a:avLst>
              <a:gd name="adj" fmla="val 0"/>
            </a:avLst>
          </a:prstGeom>
          <a:ln w="12700" cap="sq">
            <a:solidFill>
              <a:schemeClr val="bg1">
                <a:lumMod val="75000"/>
              </a:schemeClr>
            </a:solidFill>
            <a:miter lim="800000"/>
          </a:ln>
          <a:effectLst>
            <a:outerShdw blurRad="63500" dist="25400" dir="5400000" algn="tl" rotWithShape="0">
              <a:srgbClr val="000000">
                <a:alpha val="3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92CF3C3E-0F7B-4F0C-8EBD-BDD38E9C66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31836"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graphicFrame>
        <p:nvGraphicFramePr>
          <p:cNvPr id="5" name="Content Placeholder 2">
            <a:extLst>
              <a:ext uri="{FF2B5EF4-FFF2-40B4-BE49-F238E27FC236}">
                <a16:creationId xmlns:a16="http://schemas.microsoft.com/office/drawing/2014/main" id="{6F888B40-7158-E74E-CAD9-F1ADF7D74922}"/>
              </a:ext>
            </a:extLst>
          </p:cNvPr>
          <p:cNvGraphicFramePr>
            <a:graphicFrameLocks noGrp="1"/>
          </p:cNvGraphicFramePr>
          <p:nvPr>
            <p:ph idx="1"/>
            <p:extLst>
              <p:ext uri="{D42A27DB-BD31-4B8C-83A1-F6EECF244321}">
                <p14:modId xmlns:p14="http://schemas.microsoft.com/office/powerpoint/2010/main" val="832102422"/>
              </p:ext>
            </p:extLst>
          </p:nvPr>
        </p:nvGraphicFramePr>
        <p:xfrm>
          <a:off x="4206478" y="965200"/>
          <a:ext cx="4211240" cy="477361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overrideClrMapping bg1="lt1" tx1="dk1" bg2="lt2" tx2="dk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747F1B4-B831-4277-8AB0-32767F7EB7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11" name="Freeform 7">
            <a:extLst>
              <a:ext uri="{FF2B5EF4-FFF2-40B4-BE49-F238E27FC236}">
                <a16:creationId xmlns:a16="http://schemas.microsoft.com/office/drawing/2014/main" id="{D80CFA21-AB7C-4BEB-9BFF-05764FBBF3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39954" y="1460230"/>
            <a:ext cx="2604045"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algn="ctr"/>
            <a:endParaRPr lang="en-US">
              <a:solidFill>
                <a:schemeClr val="tx1"/>
              </a:solidFill>
            </a:endParaRPr>
          </a:p>
        </p:txBody>
      </p:sp>
      <p:sp>
        <p:nvSpPr>
          <p:cNvPr id="2" name="Title 1"/>
          <p:cNvSpPr>
            <a:spLocks noGrp="1"/>
          </p:cNvSpPr>
          <p:nvPr>
            <p:ph type="title"/>
          </p:nvPr>
        </p:nvSpPr>
        <p:spPr>
          <a:xfrm>
            <a:off x="486697" y="629267"/>
            <a:ext cx="6939116" cy="1016654"/>
          </a:xfrm>
        </p:spPr>
        <p:txBody>
          <a:bodyPr>
            <a:normAutofit/>
          </a:bodyPr>
          <a:lstStyle/>
          <a:p>
            <a:pPr>
              <a:defRPr sz="3600" b="1"/>
            </a:pPr>
            <a:r>
              <a:rPr lang="en-US" sz="3600">
                <a:solidFill>
                  <a:srgbClr val="EBEBEB"/>
                </a:solidFill>
              </a:rPr>
              <a:t>Closing Summary</a:t>
            </a:r>
          </a:p>
        </p:txBody>
      </p:sp>
      <p:sp>
        <p:nvSpPr>
          <p:cNvPr id="13" name="Rectangle 12">
            <a:extLst>
              <a:ext uri="{FF2B5EF4-FFF2-40B4-BE49-F238E27FC236}">
                <a16:creationId xmlns:a16="http://schemas.microsoft.com/office/drawing/2014/main" id="{12F7E335-851A-4CAE-B09F-E657819D46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Freeform: Shape 14">
            <a:extLst>
              <a:ext uri="{FF2B5EF4-FFF2-40B4-BE49-F238E27FC236}">
                <a16:creationId xmlns:a16="http://schemas.microsoft.com/office/drawing/2014/main" id="{10B541F0-7F6E-402E-84D8-CF96EACA5F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762067"/>
            <a:ext cx="9144312" cy="5095933"/>
          </a:xfrm>
          <a:custGeom>
            <a:avLst/>
            <a:gdLst>
              <a:gd name="connsiteX0" fmla="*/ 1 w 12192418"/>
              <a:gd name="connsiteY0" fmla="*/ 0 h 5095933"/>
              <a:gd name="connsiteX1" fmla="*/ 71932 w 12192418"/>
              <a:gd name="connsiteY1" fmla="*/ 12261 h 5095933"/>
              <a:gd name="connsiteX2" fmla="*/ 282849 w 12192418"/>
              <a:gd name="connsiteY2" fmla="*/ 48343 h 5095933"/>
              <a:gd name="connsiteX3" fmla="*/ 436464 w 12192418"/>
              <a:gd name="connsiteY3" fmla="*/ 73565 h 5095933"/>
              <a:gd name="connsiteX4" fmla="*/ 619339 w 12192418"/>
              <a:gd name="connsiteY4" fmla="*/ 100188 h 5095933"/>
              <a:gd name="connsiteX5" fmla="*/ 836351 w 12192418"/>
              <a:gd name="connsiteY5" fmla="*/ 132066 h 5095933"/>
              <a:gd name="connsiteX6" fmla="*/ 1076528 w 12192418"/>
              <a:gd name="connsiteY6" fmla="*/ 165696 h 5095933"/>
              <a:gd name="connsiteX7" fmla="*/ 1347184 w 12192418"/>
              <a:gd name="connsiteY7" fmla="*/ 201077 h 5095933"/>
              <a:gd name="connsiteX8" fmla="*/ 1642223 w 12192418"/>
              <a:gd name="connsiteY8" fmla="*/ 238560 h 5095933"/>
              <a:gd name="connsiteX9" fmla="*/ 1962864 w 12192418"/>
              <a:gd name="connsiteY9" fmla="*/ 276043 h 5095933"/>
              <a:gd name="connsiteX10" fmla="*/ 2304232 w 12192418"/>
              <a:gd name="connsiteY10" fmla="*/ 314227 h 5095933"/>
              <a:gd name="connsiteX11" fmla="*/ 2672421 w 12192418"/>
              <a:gd name="connsiteY11" fmla="*/ 349608 h 5095933"/>
              <a:gd name="connsiteX12" fmla="*/ 3057678 w 12192418"/>
              <a:gd name="connsiteY12" fmla="*/ 383588 h 5095933"/>
              <a:gd name="connsiteX13" fmla="*/ 3464881 w 12192418"/>
              <a:gd name="connsiteY13" fmla="*/ 414415 h 5095933"/>
              <a:gd name="connsiteX14" fmla="*/ 3889152 w 12192418"/>
              <a:gd name="connsiteY14" fmla="*/ 443841 h 5095933"/>
              <a:gd name="connsiteX15" fmla="*/ 4331710 w 12192418"/>
              <a:gd name="connsiteY15" fmla="*/ 471515 h 5095933"/>
              <a:gd name="connsiteX16" fmla="*/ 4558476 w 12192418"/>
              <a:gd name="connsiteY16" fmla="*/ 481324 h 5095933"/>
              <a:gd name="connsiteX17" fmla="*/ 4790118 w 12192418"/>
              <a:gd name="connsiteY17" fmla="*/ 492183 h 5095933"/>
              <a:gd name="connsiteX18" fmla="*/ 5025418 w 12192418"/>
              <a:gd name="connsiteY18" fmla="*/ 502342 h 5095933"/>
              <a:gd name="connsiteX19" fmla="*/ 5261937 w 12192418"/>
              <a:gd name="connsiteY19" fmla="*/ 508998 h 5095933"/>
              <a:gd name="connsiteX20" fmla="*/ 5503332 w 12192418"/>
              <a:gd name="connsiteY20" fmla="*/ 514953 h 5095933"/>
              <a:gd name="connsiteX21" fmla="*/ 5747167 w 12192418"/>
              <a:gd name="connsiteY21" fmla="*/ 521259 h 5095933"/>
              <a:gd name="connsiteX22" fmla="*/ 5995877 w 12192418"/>
              <a:gd name="connsiteY22" fmla="*/ 525463 h 5095933"/>
              <a:gd name="connsiteX23" fmla="*/ 6247026 w 12192418"/>
              <a:gd name="connsiteY23" fmla="*/ 525463 h 5095933"/>
              <a:gd name="connsiteX24" fmla="*/ 6500613 w 12192418"/>
              <a:gd name="connsiteY24" fmla="*/ 527565 h 5095933"/>
              <a:gd name="connsiteX25" fmla="*/ 6756639 w 12192418"/>
              <a:gd name="connsiteY25" fmla="*/ 525463 h 5095933"/>
              <a:gd name="connsiteX26" fmla="*/ 7016322 w 12192418"/>
              <a:gd name="connsiteY26" fmla="*/ 521259 h 5095933"/>
              <a:gd name="connsiteX27" fmla="*/ 7276005 w 12192418"/>
              <a:gd name="connsiteY27" fmla="*/ 517406 h 5095933"/>
              <a:gd name="connsiteX28" fmla="*/ 7539345 w 12192418"/>
              <a:gd name="connsiteY28" fmla="*/ 508998 h 5095933"/>
              <a:gd name="connsiteX29" fmla="*/ 7805124 w 12192418"/>
              <a:gd name="connsiteY29" fmla="*/ 500241 h 5095933"/>
              <a:gd name="connsiteX30" fmla="*/ 8070903 w 12192418"/>
              <a:gd name="connsiteY30" fmla="*/ 490082 h 5095933"/>
              <a:gd name="connsiteX31" fmla="*/ 8339121 w 12192418"/>
              <a:gd name="connsiteY31" fmla="*/ 475719 h 5095933"/>
              <a:gd name="connsiteX32" fmla="*/ 8609776 w 12192418"/>
              <a:gd name="connsiteY32" fmla="*/ 458554 h 5095933"/>
              <a:gd name="connsiteX33" fmla="*/ 8881651 w 12192418"/>
              <a:gd name="connsiteY33" fmla="*/ 442089 h 5095933"/>
              <a:gd name="connsiteX34" fmla="*/ 9153526 w 12192418"/>
              <a:gd name="connsiteY34" fmla="*/ 421071 h 5095933"/>
              <a:gd name="connsiteX35" fmla="*/ 9429058 w 12192418"/>
              <a:gd name="connsiteY35" fmla="*/ 395849 h 5095933"/>
              <a:gd name="connsiteX36" fmla="*/ 9700933 w 12192418"/>
              <a:gd name="connsiteY36" fmla="*/ 370626 h 5095933"/>
              <a:gd name="connsiteX37" fmla="*/ 9977684 w 12192418"/>
              <a:gd name="connsiteY37" fmla="*/ 341551 h 5095933"/>
              <a:gd name="connsiteX38" fmla="*/ 10255655 w 12192418"/>
              <a:gd name="connsiteY38" fmla="*/ 309673 h 5095933"/>
              <a:gd name="connsiteX39" fmla="*/ 10529968 w 12192418"/>
              <a:gd name="connsiteY39" fmla="*/ 276043 h 5095933"/>
              <a:gd name="connsiteX40" fmla="*/ 10807939 w 12192418"/>
              <a:gd name="connsiteY40" fmla="*/ 236809 h 5095933"/>
              <a:gd name="connsiteX41" fmla="*/ 11084690 w 12192418"/>
              <a:gd name="connsiteY41" fmla="*/ 194772 h 5095933"/>
              <a:gd name="connsiteX42" fmla="*/ 11362661 w 12192418"/>
              <a:gd name="connsiteY42" fmla="*/ 153085 h 5095933"/>
              <a:gd name="connsiteX43" fmla="*/ 11639412 w 12192418"/>
              <a:gd name="connsiteY43" fmla="*/ 104392 h 5095933"/>
              <a:gd name="connsiteX44" fmla="*/ 11914945 w 12192418"/>
              <a:gd name="connsiteY44" fmla="*/ 54648 h 5095933"/>
              <a:gd name="connsiteX45" fmla="*/ 12191696 w 12192418"/>
              <a:gd name="connsiteY45" fmla="*/ 2452 h 5095933"/>
              <a:gd name="connsiteX46" fmla="*/ 12191696 w 12192418"/>
              <a:gd name="connsiteY46" fmla="*/ 2109542 h 5095933"/>
              <a:gd name="connsiteX47" fmla="*/ 12191999 w 12192418"/>
              <a:gd name="connsiteY47" fmla="*/ 2109542 h 5095933"/>
              <a:gd name="connsiteX48" fmla="*/ 12191999 w 12192418"/>
              <a:gd name="connsiteY48" fmla="*/ 2802467 h 5095933"/>
              <a:gd name="connsiteX49" fmla="*/ 12192418 w 12192418"/>
              <a:gd name="connsiteY49" fmla="*/ 2802467 h 5095933"/>
              <a:gd name="connsiteX50" fmla="*/ 12192418 w 12192418"/>
              <a:gd name="connsiteY50" fmla="*/ 5095933 h 5095933"/>
              <a:gd name="connsiteX51" fmla="*/ 1 w 12192418"/>
              <a:gd name="connsiteY51" fmla="*/ 5095933 h 5095933"/>
              <a:gd name="connsiteX52" fmla="*/ 1 w 12192418"/>
              <a:gd name="connsiteY52" fmla="*/ 4074529 h 5095933"/>
              <a:gd name="connsiteX53" fmla="*/ 0 w 12192418"/>
              <a:gd name="connsiteY53" fmla="*/ 4074529 h 5095933"/>
              <a:gd name="connsiteX54" fmla="*/ 0 w 12192418"/>
              <a:gd name="connsiteY54" fmla="*/ 2109542 h 5095933"/>
              <a:gd name="connsiteX55" fmla="*/ 1 w 12192418"/>
              <a:gd name="connsiteY55" fmla="*/ 2109542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2192418" h="5095933">
                <a:moveTo>
                  <a:pt x="1" y="0"/>
                </a:moveTo>
                <a:lnTo>
                  <a:pt x="71932" y="12261"/>
                </a:lnTo>
                <a:lnTo>
                  <a:pt x="282849" y="48343"/>
                </a:lnTo>
                <a:lnTo>
                  <a:pt x="436464" y="73565"/>
                </a:lnTo>
                <a:lnTo>
                  <a:pt x="619339" y="100188"/>
                </a:lnTo>
                <a:lnTo>
                  <a:pt x="836351" y="132066"/>
                </a:lnTo>
                <a:lnTo>
                  <a:pt x="1076528" y="165696"/>
                </a:lnTo>
                <a:lnTo>
                  <a:pt x="1347184" y="201077"/>
                </a:lnTo>
                <a:lnTo>
                  <a:pt x="1642223" y="238560"/>
                </a:lnTo>
                <a:lnTo>
                  <a:pt x="1962864" y="276043"/>
                </a:lnTo>
                <a:lnTo>
                  <a:pt x="2304232" y="314227"/>
                </a:lnTo>
                <a:lnTo>
                  <a:pt x="2672421" y="349608"/>
                </a:lnTo>
                <a:lnTo>
                  <a:pt x="3057678" y="383588"/>
                </a:lnTo>
                <a:lnTo>
                  <a:pt x="3464881" y="414415"/>
                </a:lnTo>
                <a:lnTo>
                  <a:pt x="3889152" y="443841"/>
                </a:lnTo>
                <a:lnTo>
                  <a:pt x="4331710" y="471515"/>
                </a:lnTo>
                <a:lnTo>
                  <a:pt x="4558476" y="481324"/>
                </a:lnTo>
                <a:lnTo>
                  <a:pt x="4790118" y="492183"/>
                </a:lnTo>
                <a:lnTo>
                  <a:pt x="5025418" y="502342"/>
                </a:lnTo>
                <a:lnTo>
                  <a:pt x="5261937" y="508998"/>
                </a:lnTo>
                <a:lnTo>
                  <a:pt x="5503332" y="514953"/>
                </a:lnTo>
                <a:lnTo>
                  <a:pt x="5747167" y="521259"/>
                </a:lnTo>
                <a:lnTo>
                  <a:pt x="5995877" y="525463"/>
                </a:lnTo>
                <a:lnTo>
                  <a:pt x="6247026" y="525463"/>
                </a:lnTo>
                <a:lnTo>
                  <a:pt x="6500613" y="527565"/>
                </a:lnTo>
                <a:lnTo>
                  <a:pt x="6756639" y="525463"/>
                </a:lnTo>
                <a:lnTo>
                  <a:pt x="7016322" y="521259"/>
                </a:lnTo>
                <a:lnTo>
                  <a:pt x="7276005" y="517406"/>
                </a:lnTo>
                <a:lnTo>
                  <a:pt x="7539345" y="508998"/>
                </a:lnTo>
                <a:lnTo>
                  <a:pt x="7805124" y="500241"/>
                </a:lnTo>
                <a:lnTo>
                  <a:pt x="8070903" y="490082"/>
                </a:lnTo>
                <a:lnTo>
                  <a:pt x="8339121" y="475719"/>
                </a:lnTo>
                <a:lnTo>
                  <a:pt x="8609776" y="458554"/>
                </a:lnTo>
                <a:lnTo>
                  <a:pt x="8881651" y="442089"/>
                </a:lnTo>
                <a:lnTo>
                  <a:pt x="9153526" y="421071"/>
                </a:lnTo>
                <a:lnTo>
                  <a:pt x="9429058" y="395849"/>
                </a:lnTo>
                <a:lnTo>
                  <a:pt x="9700933" y="370626"/>
                </a:lnTo>
                <a:lnTo>
                  <a:pt x="9977684" y="341551"/>
                </a:lnTo>
                <a:lnTo>
                  <a:pt x="10255655" y="309673"/>
                </a:lnTo>
                <a:lnTo>
                  <a:pt x="10529968" y="276043"/>
                </a:lnTo>
                <a:lnTo>
                  <a:pt x="10807939" y="236809"/>
                </a:lnTo>
                <a:lnTo>
                  <a:pt x="11084690" y="194772"/>
                </a:lnTo>
                <a:lnTo>
                  <a:pt x="11362661" y="153085"/>
                </a:lnTo>
                <a:lnTo>
                  <a:pt x="11639412" y="104392"/>
                </a:lnTo>
                <a:lnTo>
                  <a:pt x="11914945" y="54648"/>
                </a:lnTo>
                <a:lnTo>
                  <a:pt x="12191696" y="2452"/>
                </a:lnTo>
                <a:lnTo>
                  <a:pt x="12191696" y="2109542"/>
                </a:lnTo>
                <a:lnTo>
                  <a:pt x="12191999" y="2109542"/>
                </a:lnTo>
                <a:lnTo>
                  <a:pt x="12191999" y="2802467"/>
                </a:lnTo>
                <a:lnTo>
                  <a:pt x="12192418" y="2802467"/>
                </a:lnTo>
                <a:lnTo>
                  <a:pt x="12192418" y="5095933"/>
                </a:lnTo>
                <a:lnTo>
                  <a:pt x="1" y="5095933"/>
                </a:lnTo>
                <a:lnTo>
                  <a:pt x="1" y="4074529"/>
                </a:lnTo>
                <a:lnTo>
                  <a:pt x="0" y="4074529"/>
                </a:lnTo>
                <a:lnTo>
                  <a:pt x="0" y="2109542"/>
                </a:lnTo>
                <a:lnTo>
                  <a:pt x="1" y="2109542"/>
                </a:lnTo>
                <a:close/>
              </a:path>
            </a:pathLst>
          </a:custGeom>
          <a:solidFill>
            <a:schemeClr val="bg1"/>
          </a:solidFill>
          <a:ln>
            <a:noFill/>
          </a:ln>
        </p:spPr>
        <p:txBody>
          <a:bodyPr/>
          <a:lstStyle/>
          <a:p>
            <a:endParaRPr lang="en-US"/>
          </a:p>
        </p:txBody>
      </p:sp>
      <p:graphicFrame>
        <p:nvGraphicFramePr>
          <p:cNvPr id="5" name="Content Placeholder 2">
            <a:extLst>
              <a:ext uri="{FF2B5EF4-FFF2-40B4-BE49-F238E27FC236}">
                <a16:creationId xmlns:a16="http://schemas.microsoft.com/office/drawing/2014/main" id="{CE0E5CEE-A913-E3C7-816D-30233FE96D11}"/>
              </a:ext>
            </a:extLst>
          </p:cNvPr>
          <p:cNvGraphicFramePr>
            <a:graphicFrameLocks noGrp="1"/>
          </p:cNvGraphicFramePr>
          <p:nvPr>
            <p:ph idx="1"/>
            <p:extLst>
              <p:ext uri="{D42A27DB-BD31-4B8C-83A1-F6EECF244321}">
                <p14:modId xmlns:p14="http://schemas.microsoft.com/office/powerpoint/2010/main" val="3015181995"/>
              </p:ext>
            </p:extLst>
          </p:nvPr>
        </p:nvGraphicFramePr>
        <p:xfrm>
          <a:off x="486697" y="2810256"/>
          <a:ext cx="8171528" cy="340427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overrideClrMapping bg1="lt1" tx1="dk1" bg2="lt2" tx2="dk2" accent1="accent1" accent2="accent2" accent3="accent3" accent4="accent4" accent5="accent5" accent6="accent6" hlink="hlink" folHlink="folHlink"/>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F9C9D"/>
      </a:accent5>
      <a:accent6>
        <a:srgbClr val="9E5E9B"/>
      </a:accent6>
      <a:hlink>
        <a:srgbClr val="58C1BA"/>
      </a:hlink>
      <a:folHlink>
        <a:srgbClr val="9DD0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9</TotalTime>
  <Words>283</Words>
  <Application>Microsoft Office PowerPoint</Application>
  <PresentationFormat>On-screen Show (4:3)</PresentationFormat>
  <Paragraphs>65</Paragraphs>
  <Slides>11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Century Gothic</vt:lpstr>
      <vt:lpstr>Wingdings 3</vt:lpstr>
      <vt:lpstr>Ion</vt:lpstr>
      <vt:lpstr>Budget Tracker – MERN Web Application</vt:lpstr>
      <vt:lpstr>Project Overview</vt:lpstr>
      <vt:lpstr>Tech Stack</vt:lpstr>
      <vt:lpstr>Core Features</vt:lpstr>
      <vt:lpstr>Frontend Architecture (React)</vt:lpstr>
      <vt:lpstr>Backend API (Express)</vt:lpstr>
      <vt:lpstr>Database (MongoDB + Mongoose)</vt:lpstr>
      <vt:lpstr>How Everything Connects</vt:lpstr>
      <vt:lpstr>Team Roles</vt:lpstr>
      <vt:lpstr>Project Timeline</vt:lpstr>
      <vt:lpstr>Closing Summary</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Grant Wiedeman</cp:lastModifiedBy>
  <cp:revision>2</cp:revision>
  <dcterms:created xsi:type="dcterms:W3CDTF">2013-01-27T09:14:16Z</dcterms:created>
  <dcterms:modified xsi:type="dcterms:W3CDTF">2025-12-10T23:43:48Z</dcterms:modified>
  <cp:category/>
</cp:coreProperties>
</file>